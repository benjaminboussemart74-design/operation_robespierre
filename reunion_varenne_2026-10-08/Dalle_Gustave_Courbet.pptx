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: orthophotographie IGN (Géoplateforme, BD ORTHO, licence ouverte Etalab). Point « Place Gustave Courbet » issu du géocodeur de la Géoplateforme (48,840084 N ; 2,545801 E). Les verrières en forme de croix correspondent aux accès de la gare RER Noisy-le-Grand – Mont d’Est, sous la dalle. La date de la prise de vue est antérieure aux travaux en cours éventuels.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F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0936" y="2926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2C4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AMÉNAGEMENT URBAIN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30936" y="64008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dalle de la place Gustave-Courbet</a:t>
            </a:r>
            <a:endParaRPr lang="en-US" sz="2700" dirty="0"/>
          </a:p>
        </p:txBody>
      </p:sp>
      <p:pic>
        <p:nvPicPr>
          <p:cNvPr id="4" name="Image 0" descr="/tmp/claude-0/-home-user-Operation-robespierre/996c8343-2b29-5be8-89e5-6b613d278f5f/scratchpad/logo_rp_x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137160"/>
            <a:ext cx="1216152" cy="1298448"/>
          </a:xfrm>
          <a:prstGeom prst="rect">
            <a:avLst/>
          </a:prstGeom>
        </p:spPr>
      </p:pic>
      <p:pic>
        <p:nvPicPr>
          <p:cNvPr id="5" name="vue_aerienne" descr="/home/user/Operation_robespierre/reunion_varenne_2026-10-08/dalle_gustave_courbet_bandea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600200"/>
            <a:ext cx="10927080" cy="483750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454896" y="6053661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IGN – BD ORTHO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dalle de la place Gustave-Courbet</dc:title>
  <dc:subject>PptxGenJS Presentation</dc:subject>
  <dc:creator>PptxGenJS</dc:creator>
  <cp:lastModifiedBy>PptxGenJS</cp:lastModifiedBy>
  <cp:revision>1</cp:revision>
  <dcterms:created xsi:type="dcterms:W3CDTF">2026-10-12T14:35:27Z</dcterms:created>
  <dcterms:modified xsi:type="dcterms:W3CDTF">2026-10-12T14:35:27Z</dcterms:modified>
</cp:coreProperties>
</file>