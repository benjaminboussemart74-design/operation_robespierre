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direction de l’Environnement et de l’Espace public, service Voirie (courriel du 12 octobre 2026). Étanchéité d’origine : complexe d’asphalte et de polystyrène extrudé. ATTENTION : le courriel indique que la Ville fait l’objet d’une procédure pénale au sujet des infiltrations dans les commerces. Cette information n’est pas projetée ; ne pas l’évoquer en réunion publique sans l’avis du service juridique.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service Voirie (courriel du 12 octobre 2026). Montants TTC : 61 + 28 + 109 + 54 + 69 = 321 k€. Les interventions sont classées par ordre chronologique (le courriel ne les présente pas dans l’ordre). « Reprise des dalles » : reprise avec modification des plots d’assise. Zone 7 : magasins ATOL et OPHTALMED ; zone 62 : Foot Korner. Le calendrier des prochaines interventions n’est pas précisé.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AMÉNAGEMENT URBAIN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dalle de la place Gustave-Courbet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dalle des années 1970, construite au-dessus du centre commercial et de la gare RER</a:t>
            </a:r>
            <a:endParaRPr lang="en-US" sz="1400" dirty="0"/>
          </a:p>
        </p:txBody>
      </p:sp>
      <p:pic>
        <p:nvPicPr>
          <p:cNvPr id="5" name="Image 0" descr="/tmp/claude-0/-home-user-Operation-robespierre/996c8343-2b29-5be8-89e5-6b613d278f5f/scratchpad/logo_rp_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137160"/>
            <a:ext cx="1216152" cy="1298448"/>
          </a:xfrm>
          <a:prstGeom prst="rect">
            <a:avLst/>
          </a:prstGeom>
        </p:spPr>
      </p:pic>
      <p:pic>
        <p:nvPicPr>
          <p:cNvPr id="6" name="Image 1" descr="/home/user/Operation_robespierre/reunion_varenne_2026-10-08/dalle_gustave_courbet_colon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783080"/>
            <a:ext cx="6675120" cy="45316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202936" y="594897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IGN – BD ORTHO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635240" y="1783080"/>
            <a:ext cx="3931920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3524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POSE PROBLÈME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635240" y="2377440"/>
            <a:ext cx="39319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dalles qui basculent sous les pas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infiltrations d’eau dans les commerces du centre commercial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défauts sur l’éclairage public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635240" y="4297680"/>
            <a:ext cx="3931920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3524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EST PRÉVU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635240" y="4892040"/>
            <a:ext cx="3931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Remplacement progressif des dalles par des lames composites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de fourreaux pour un futur réseau de caméras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F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AMÉNAGEMENT URBAIN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dalle de la place Gustave-Courbet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travaux engagés par la Ville</a:t>
            </a:r>
            <a:endParaRPr lang="en-US" sz="1400" dirty="0"/>
          </a:p>
        </p:txBody>
      </p:sp>
      <p:pic>
        <p:nvPicPr>
          <p:cNvPr id="5" name="Image 0" descr="/tmp/claude-0/-home-user-Operation-robespierre/996c8343-2b29-5be8-89e5-6b613d278f5f/scratchpad/logo_rp_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137160"/>
            <a:ext cx="1216152" cy="12984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0936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321 000 €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630936" y="2743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investis en 2025 pour réparer la dalle, en 5 interventions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52160" y="1783080"/>
            <a:ext cx="5715000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1920240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INTERVENTIONS DE 2025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23774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Janv. – févr.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Lames composites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098280" y="2468880"/>
            <a:ext cx="793179" cy="228600"/>
          </a:xfrm>
          <a:prstGeom prst="rect">
            <a:avLst/>
          </a:prstGeom>
          <a:solidFill>
            <a:srgbClr val="72C4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82899" y="2377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61 000 €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29443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– avril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2944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Reprise des dalles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098280" y="3035808"/>
            <a:ext cx="364082" cy="228600"/>
          </a:xfrm>
          <a:prstGeom prst="rect">
            <a:avLst/>
          </a:prstGeom>
          <a:solidFill>
            <a:srgbClr val="72C49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3802" y="294436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28 000 €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351129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Avril – mai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35112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Reprise des dalles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098280" y="3602736"/>
            <a:ext cx="1417320" cy="228600"/>
          </a:xfrm>
          <a:prstGeom prst="rect">
            <a:avLst/>
          </a:prstGeom>
          <a:solidFill>
            <a:srgbClr val="72C49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607040" y="351129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109 000 €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852160" y="407822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 – juin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407822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Reprise des dalles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098280" y="4169664"/>
            <a:ext cx="702159" cy="228600"/>
          </a:xfrm>
          <a:prstGeom prst="rect">
            <a:avLst/>
          </a:prstGeom>
          <a:solidFill>
            <a:srgbClr val="72C49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891879" y="40782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54 000 €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852160" y="46451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Août – sept.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223760" y="46451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Lames composites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9098280" y="4736592"/>
            <a:ext cx="897203" cy="228600"/>
          </a:xfrm>
          <a:prstGeom prst="rect">
            <a:avLst/>
          </a:prstGeom>
          <a:solidFill>
            <a:srgbClr val="72C49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086923" y="46451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69 000 €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30936" y="3794760"/>
            <a:ext cx="4754880" cy="2514600"/>
          </a:xfrm>
          <a:prstGeom prst="rect">
            <a:avLst/>
          </a:prstGeom>
          <a:solidFill>
            <a:srgbClr val="16296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14400" y="4023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INTERVENTIONS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" y="4480560"/>
            <a:ext cx="42062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7, devant l’opticien et le centre d’ophtalmologie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62, devant le magasin de sport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852160" y="5349240"/>
            <a:ext cx="5715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Lames composites : 60 % de plastique recyclable (PEHD) et 40 % de bois recyclé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dalle de la place Gustave-Courbet</dc:title>
  <dc:subject>PptxGenJS Presentation</dc:subject>
  <dc:creator>PptxGenJS</dc:creator>
  <cp:lastModifiedBy>PptxGenJS</cp:lastModifiedBy>
  <cp:revision>1</cp:revision>
  <dcterms:created xsi:type="dcterms:W3CDTF">2026-10-12T14:37:30Z</dcterms:created>
  <dcterms:modified xsi:type="dcterms:W3CDTF">2026-10-12T14:37:30Z</dcterms:modified>
</cp:coreProperties>
</file>