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: tableau des visites d’écoles 2026, version 1 (état d’avancement de début juillet 2026). Les cinq travaux « cet été » y figurent « en cours été 2026 » : FAIRE CONFIRMER leur achèvement par la direction des Bâtiments (Bastien Scacco) avant la réunion. Les travaux « budget 2027 » sont proposés, pas encore votés : dire « proposés au budget 2027 ». En attente : bâti de porte et plinthes de l’office (budget à prévoir) ; peinture de la nouvelle classe maternelle, après résolution d’une infiltration. École de l’Oiseau Lyre (pour mémoire) : groom du portillon réglé ; convecteur dans les sanitaires de la cour « oasis » en attente de matériel.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F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30936" y="2926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2C4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ÉCOLES · TRAVAUX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30936" y="64008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Travaux à l’école de la Varenne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30936" y="1234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demandes relevées lors de la visite de l’école, traitées en trois temps</a:t>
            </a:r>
            <a:endParaRPr lang="en-US" sz="1400" dirty="0"/>
          </a:p>
        </p:txBody>
      </p:sp>
      <p:pic>
        <p:nvPicPr>
          <p:cNvPr id="5" name="Image 0" descr="/tmp/claude-0/-home-user-Operation-robespierre/996c8343-2b29-5be8-89e5-6b613d278f5f/scratchpad/logo_rp_x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0" y="137160"/>
            <a:ext cx="1216152" cy="1298448"/>
          </a:xfrm>
          <a:prstGeom prst="rect">
            <a:avLst/>
          </a:prstGeom>
        </p:spPr>
      </p:pic>
      <p:pic>
        <p:nvPicPr>
          <p:cNvPr id="6" name="Image 1" descr="/home/user/Operation_robespierre/reunion_varenne_2026-10-08/ecole_varenne_colon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1783080"/>
            <a:ext cx="4206240" cy="47091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825496" y="61264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IGN – BD ORTHO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5120640" y="1783080"/>
            <a:ext cx="2121408" cy="4709160"/>
          </a:xfrm>
          <a:prstGeom prst="rect">
            <a:avLst/>
          </a:prstGeom>
          <a:solidFill>
            <a:srgbClr val="16296E"/>
          </a:solidFill>
          <a:ln w="12700">
            <a:solidFill>
              <a:srgbClr val="16296E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5303520" y="1965960"/>
            <a:ext cx="1755648" cy="0"/>
          </a:xfrm>
          <a:prstGeom prst="line">
            <a:avLst/>
          </a:prstGeom>
          <a:noFill/>
          <a:ln w="31750">
            <a:solidFill>
              <a:srgbClr val="72C493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303520" y="2103120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72C4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CET ÉTÉ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5303520" y="2450592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B9C0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 les équipes de la Ville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5303520" y="3017520"/>
            <a:ext cx="180136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Peinture des sols de la cour et du parking</a:t>
            </a:r>
            <a:endParaRPr lang="en-US" sz="13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Nettoyage de la façade</a:t>
            </a:r>
            <a:endParaRPr lang="en-US" sz="13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Faux plafond de l’office</a:t>
            </a:r>
            <a:endParaRPr lang="en-US" sz="13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Porte du réfectoire remplacée</a:t>
            </a:r>
            <a:endParaRPr lang="en-US" sz="13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Films opaques retirés des fenêtres de la nouvelle classe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7406640" y="1783080"/>
            <a:ext cx="2121408" cy="4709160"/>
          </a:xfrm>
          <a:prstGeom prst="rect">
            <a:avLst/>
          </a:prstGeom>
          <a:solidFill>
            <a:srgbClr val="0E1F5B"/>
          </a:solidFill>
          <a:ln w="12700">
            <a:solidFill>
              <a:srgbClr val="2A3A7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589520" y="1965960"/>
            <a:ext cx="1755648" cy="0"/>
          </a:xfrm>
          <a:prstGeom prst="line">
            <a:avLst/>
          </a:prstGeom>
          <a:noFill/>
          <a:ln w="31750">
            <a:solidFill>
              <a:srgbClr val="72C493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589520" y="2103120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72C4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D’ICI NOËL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7589520" y="2450592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B9C0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Rentrée et vacances de Noël 2026</a:t>
            </a:r>
            <a:endParaRPr lang="en-US" sz="1150" dirty="0"/>
          </a:p>
        </p:txBody>
      </p:sp>
      <p:sp>
        <p:nvSpPr>
          <p:cNvPr id="17" name="Text 13"/>
          <p:cNvSpPr txBox="1"/>
          <p:nvPr/>
        </p:nvSpPr>
        <p:spPr>
          <a:xfrm>
            <a:off x="7589520" y="3017520"/>
            <a:ext cx="180136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Peinture de la salle de CM1 A</a:t>
            </a:r>
            <a:endParaRPr lang="en-US" sz="13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Peinture du couloir et d’une classe au 2ᵉ étage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9692640" y="1783080"/>
            <a:ext cx="2121408" cy="4709160"/>
          </a:xfrm>
          <a:prstGeom prst="rect">
            <a:avLst/>
          </a:prstGeom>
          <a:solidFill>
            <a:srgbClr val="0E1F5B"/>
          </a:solidFill>
          <a:ln w="12700">
            <a:solidFill>
              <a:srgbClr val="2A3A7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9875520" y="1965960"/>
            <a:ext cx="1755648" cy="0"/>
          </a:xfrm>
          <a:prstGeom prst="line">
            <a:avLst/>
          </a:prstGeom>
          <a:noFill/>
          <a:ln w="31750">
            <a:solidFill>
              <a:srgbClr val="72C493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9875520" y="2103120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72C4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2027</a:t>
            </a:r>
            <a:endParaRPr lang="en-US" sz="1500" dirty="0"/>
          </a:p>
        </p:txBody>
      </p:sp>
      <p:sp>
        <p:nvSpPr>
          <p:cNvPr id="21" name="Text 17"/>
          <p:cNvSpPr txBox="1"/>
          <p:nvPr/>
        </p:nvSpPr>
        <p:spPr>
          <a:xfrm>
            <a:off x="9875520" y="2450592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B9C0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Travaux proposés</a:t>
            </a:r>
            <a:endParaRPr lang="en-US" sz="1150" dirty="0"/>
          </a:p>
        </p:txBody>
      </p:sp>
      <p:sp>
        <p:nvSpPr>
          <p:cNvPr id="22" name="Text 18"/>
          <p:cNvSpPr txBox="1"/>
          <p:nvPr/>
        </p:nvSpPr>
        <p:spPr>
          <a:xfrm>
            <a:off x="9875520" y="3017520"/>
            <a:ext cx="180136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Fenêtres de la salle de motricité</a:t>
            </a:r>
            <a:endParaRPr lang="en-US" sz="13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Monte-charge du réfectoire</a:t>
            </a:r>
            <a:endParaRPr lang="en-US" sz="13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Peintures et sols de la maternelle</a:t>
            </a:r>
            <a:endParaRPr lang="en-US" sz="13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Cloison des sanitaires</a:t>
            </a:r>
            <a:endParaRPr lang="en-US" sz="13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fosses à paillasson rebouchées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Travaux à l’école de la Varenne</dc:title>
  <dc:subject>PptxGenJS Presentation</dc:subject>
  <dc:creator>PptxGenJS</dc:creator>
  <cp:lastModifiedBy>PptxGenJS</cp:lastModifiedBy>
  <cp:revision>1</cp:revision>
  <dcterms:created xsi:type="dcterms:W3CDTF">2026-10-12T16:19:23Z</dcterms:created>
  <dcterms:modified xsi:type="dcterms:W3CDTF">2026-10-12T16:19:23Z</dcterms:modified>
</cp:coreProperties>
</file>