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tableau des visites d’écoles 2026, version 1 (état d’avancement de début juillet 2026). À FAIRE CONFIRMER par la direction des Bâtiments avant la réunion. LES NOYERS (21 demandes). Fait : nettoyage des accès au réseau d’eaux pluviales de la cour élémentaire (10/06/2026) ; film occultant sur les fenêtres de la salle polyvalente (30/06/2026) ; porte d’entrée de la salle des moyens et meuble de cuisine de la salle des petits du centre de loisirs maternel. En cours : reprise des fissures de la façade à l’angle de la maternelle (entreprise) et pose d’un témoin sur une fissure. Toussaint 2026 : reprise des plafonds fissurés et des murs des circulations élémentaires (ancienne infiltration de la verrière de l’auditorium) ; peintures de la salle polyvalente. Rentrée 2026 : lisses d’affichage (matériel à commander). Budget 2027 (proposé, non voté) : reprise de toutes les menuiseries de la maternelle et remise des rideaux ; fenêtre et manivelle de store du centre de loisirs ; faux plafond du réfectoire maternelle (suppression de la verrière) ; infiltration de la verrière de l’auditorium (BP 2027 ou Métropole du Grand Paris). Non projeté, en attente : infiltration au plafond de la salle polyvalente (devis attendus) ; brise-vue sur le portail côté terrain rouge (bon de commande en attente de signature) ; nettoyage des verrières (marché d’entretien) ; peinture de la salle des ATSEM et de la mezzanine maternelle (vacances à déterminer) ; faïence de la plonge de l’office (nécessite de fermer l’office). CLOS DE L’ARCHE (2 demandes, l’une en double dans le tableau). Fait : réglage des paumelles du portail d’accès du personnel, bloqué par la chaleur. En attente : remplacement d’un grand WC par un petit dans les toilettes élémentaires, EN ATTENTE DU DIAGNOSTIC AMIANTE (diagnostic obligatoire avant travaux dans un bâtiment ancien ; ne pas l’évoquer sans précision du service).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ÉCOLES · TRAVAUX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6400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Travaux aux écoles des Noyers et du Clos de l’Arche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demandes relevées lors des visites des écoles, et leur traitement</a:t>
            </a:r>
            <a:endParaRPr lang="en-US" sz="1400" dirty="0"/>
          </a:p>
        </p:txBody>
      </p:sp>
      <p:pic>
        <p:nvPicPr>
          <p:cNvPr id="5" name="Image 0" descr="/tmp/claude-0/-home-user-Operation-robespierre/996c8343-2b29-5be8-89e5-6b613d278f5f/scratchpad/logo_rp_x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137160"/>
            <a:ext cx="1216152" cy="1298448"/>
          </a:xfrm>
          <a:prstGeom prst="rect">
            <a:avLst/>
          </a:prstGeom>
        </p:spPr>
      </p:pic>
      <p:pic>
        <p:nvPicPr>
          <p:cNvPr id="6" name="Image 1" descr="/home/user/Operation_robespierre/reunion_varenne_2026-10-08/ecoles_noyers_clos_arche_colon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783080"/>
            <a:ext cx="4206240" cy="47091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825496" y="6126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IGN – BD ORTHO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12064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NOYERS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120640" y="2194560"/>
            <a:ext cx="2121408" cy="3154680"/>
          </a:xfrm>
          <a:prstGeom prst="rect">
            <a:avLst/>
          </a:prstGeom>
          <a:solidFill>
            <a:srgbClr val="16296E"/>
          </a:solidFill>
          <a:ln w="12700">
            <a:solidFill>
              <a:srgbClr val="16296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03520" y="2359152"/>
            <a:ext cx="1755648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303520" y="24688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DÉJÀ FAIT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303520" y="2926080"/>
            <a:ext cx="18013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d’eaux pluviales de la cour nettoyé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Films occultants à la salle polyvalente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Portes et mobilier du centre de loisirs réparés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Façade côté maternelle : réparation en cours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406640" y="2194560"/>
            <a:ext cx="2121408" cy="3154680"/>
          </a:xfrm>
          <a:prstGeom prst="rect">
            <a:avLst/>
          </a:prstGeom>
          <a:solidFill>
            <a:srgbClr val="0E1F5B"/>
          </a:solidFill>
          <a:ln w="12700">
            <a:solidFill>
              <a:srgbClr val="2A3A7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589520" y="2359152"/>
            <a:ext cx="1755648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589520" y="24688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TOUSSAINT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589520" y="2926080"/>
            <a:ext cx="18013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Plafonds et murs des couloirs de l’élémentaire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Peintures de la salle polyvalente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d’affichage pour les dessins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9692640" y="2194560"/>
            <a:ext cx="2121408" cy="3154680"/>
          </a:xfrm>
          <a:prstGeom prst="rect">
            <a:avLst/>
          </a:prstGeom>
          <a:solidFill>
            <a:srgbClr val="0E1F5B"/>
          </a:solidFill>
          <a:ln w="12700">
            <a:solidFill>
              <a:srgbClr val="2A3A7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875520" y="2359152"/>
            <a:ext cx="1755648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875520" y="24688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2027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9875520" y="2926080"/>
            <a:ext cx="18013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Menuiseries de la maternelle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Faux plafond du réfectoire maternelle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Verrière de l’auditorium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Fenêtre du centre de loisirs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120640" y="5532120"/>
            <a:ext cx="6693408" cy="960120"/>
          </a:xfrm>
          <a:prstGeom prst="rect">
            <a:avLst/>
          </a:prstGeom>
          <a:solidFill>
            <a:srgbClr val="16296E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5349240" y="5641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 DE L’ARCHE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5349240" y="59436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 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portail d’accès du personnel réparé.   </a:t>
            </a:r>
            <a:pPr indent="0" marL="0">
              <a:buNone/>
            </a:pPr>
            <a:r>
              <a:rPr lang="en-US" sz="125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préparation 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remplacement d’un WC de l’élémentaire par un modèle adapté aux enfants.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Travaux aux écoles des Noyers et du Clos de l’Arche</dc:title>
  <dc:subject>PptxGenJS Presentation</dc:subject>
  <dc:creator>PptxGenJS</dc:creator>
  <cp:lastModifiedBy>PptxGenJS</cp:lastModifiedBy>
  <cp:revision>1</cp:revision>
  <dcterms:created xsi:type="dcterms:W3CDTF">2026-10-12T16:24:04Z</dcterms:created>
  <dcterms:modified xsi:type="dcterms:W3CDTF">2026-10-12T16:24:04Z</dcterms:modified>
</cp:coreProperties>
</file>