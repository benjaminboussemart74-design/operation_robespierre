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ee4ead3-202d-d880-1d4b-7fcd46d13892}">
          <p14:sldIdLst>
            <p14:sldId id="256"/>
            <p14:sldId id="257"/>
          </p14:sldIdLst>
        </p14:section>
        <p14:section name="Cadre de vie" id="{9312303c-441d-935c-22ba-df62bb09360d}">
          <p14:sldIdLst>
            <p14:sldId id="258"/>
          </p14:sldIdLst>
        </p14:section>
        <p14:section name="Chauffage" id="{62cd3fa4-c886-c53a-0d45-5d27f77fff7c}">
          <p14:sldIdLst>
            <p14:sldId id="259"/>
            <p14:sldId id="260"/>
          </p14:sldIdLst>
        </p14:section>
        <p14:section name="Vie du quartier" id="{74dac2aa-d39e-361f-3641-52066e66af74}">
          <p14:sldIdLst>
            <p14:sldId id="261"/>
            <p14:sldId id="262"/>
            <p14:sldId id="263"/>
          </p14:sldIdLst>
        </p14:section>
        <p14:section name="Équipements" id="{87f4c7d5-1aa3-f57d-e29b-d8ab5d923a93}">
          <p14:sldIdLst>
            <p14:sldId id="264"/>
            <p14:sldId id="265"/>
            <p14:sldId id="266"/>
          </p14:sldIdLst>
        </p14:section>
        <p14:section name="Mobilités" id="{86731e47-162d-1df1-1088-4116e015ead2}">
          <p14:sldIdLst>
            <p14:sldId id="267"/>
            <p14:sldId id="268"/>
            <p14:sldId id="269"/>
          </p14:sldIdLst>
        </p14:section>
        <p14:section name="Animations et services" id="{7e94014b-5913-6630-e011-ab79a4f57637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m², ouverture dans le mois. B : programme Kaufman &amp; Broad, local professionnel d’environ 135 m², destination inconnue. C : lot A3 (Giboire), restaurant en VEFA, au bord du parc. D : lot F (Édouard Denis), environ 135 m², le précédent preneur s’est désisté ; angle rue de la Tourterelle / rue du Rossignol d’après le plan du réseau de chaleur. E : lot D (Batigère), local AMAP ou associatif à l’angle sud-ouest du lot, sur la venelle de la Mésange Bleue, qui accueillera les activités de la MPT La Varenne pendant ses travaux. Positions vérifiées le 5 octobre 2026 avec les noms de rues de l’IGN (BD TOPO), le plan du réseau de chaleur (rapport MANERGY) et les plans des promoteurs ; l’emplacement exact de chaque local à l’intérieur de son bâtiment reste approximatif.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du repère indicative, à vérifier.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données ouvertes Île-de-France Mobilités (référentiel des lignes, tracés des lignes, arrêts par ligne), consultées le 5 octobre 2026. Les lignes 303, N34, 113, 127 et 203 sont exploitées par RATP Cap Boucles de Marne ; la ligne 220 par Keolis Grand Paris Vallée de la Marne. Distances à vol d’oiseau depuis le centre du quartier : René Navier environ 200 m, Route de Neuilly environ 460 m, Place de la Résistance environ 770 m. Les couleurs des lignes 303 et 220 sont les couleurs officielles d’Île-de-France Mobilités ; les lignes de Neuilly-sur-Marne sont regroupées en gris.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807866" y="3299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807866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207666" y="333654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649320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649320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234536" y="35905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3582447" y="3001518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3582447" y="30015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436911" y="30380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3887239" y="349681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3887239" y="34968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1098319" y="3533394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7268530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7268530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7853746" y="2923794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601797" y="401116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601797" y="4011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187013" y="404774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7001837" y="35253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7001837" y="35253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587053" y="3561969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08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0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1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5" name="titre_11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2800" dirty="0"/>
          </a:p>
        </p:txBody>
      </p:sp>
      <p:sp>
        <p:nvSpPr>
          <p:cNvPr id="6" name="a_completer_112"/>
          <p:cNvSpPr txBox="1"/>
          <p:nvPr/>
        </p:nvSpPr>
        <p:spPr>
          <a:xfrm>
            <a:off x="731520" y="2788920"/>
            <a:ext cx="3657600" cy="146304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objet du choix, modalités et résultat.</a:t>
            </a:r>
            <a:endParaRPr lang="en-US" sz="1600" dirty="0"/>
          </a:p>
        </p:txBody>
      </p:sp>
      <p:sp>
        <p:nvSpPr>
          <p:cNvPr id="7" name="repere_113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14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9" name="etiquette_115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1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rte_bus_117" descr="v_bus_li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370" y="0"/>
            <a:ext cx="82296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411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914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lignes de bus du quartier</a:t>
            </a:r>
            <a:endParaRPr lang="en-US" sz="2600" dirty="0"/>
          </a:p>
        </p:txBody>
      </p:sp>
      <p:sp>
        <p:nvSpPr>
          <p:cNvPr id="5" name="pastille_ligne_118"/>
          <p:cNvSpPr txBox="1"/>
          <p:nvPr/>
        </p:nvSpPr>
        <p:spPr>
          <a:xfrm>
            <a:off x="411480" y="196596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6E6E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1600" dirty="0"/>
          </a:p>
        </p:txBody>
      </p:sp>
      <p:sp>
        <p:nvSpPr>
          <p:cNvPr id="6" name="ligne_desc_119"/>
          <p:cNvSpPr txBox="1"/>
          <p:nvPr/>
        </p:nvSpPr>
        <p:spPr>
          <a:xfrm>
            <a:off x="411480" y="24231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Gare de Bondy ↔ Mont d’Est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René Navier, dans le quartier</a:t>
            </a:r>
            <a:endParaRPr lang="en-US" sz="1400" dirty="0"/>
          </a:p>
        </p:txBody>
      </p:sp>
      <p:sp>
        <p:nvSpPr>
          <p:cNvPr id="7" name="pastille_ligne_120"/>
          <p:cNvSpPr txBox="1"/>
          <p:nvPr/>
        </p:nvSpPr>
        <p:spPr>
          <a:xfrm>
            <a:off x="411480" y="315468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A000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600" dirty="0"/>
          </a:p>
        </p:txBody>
      </p:sp>
      <p:sp>
        <p:nvSpPr>
          <p:cNvPr id="8" name="ligne_desc_121"/>
          <p:cNvSpPr txBox="1"/>
          <p:nvPr/>
        </p:nvSpPr>
        <p:spPr>
          <a:xfrm>
            <a:off x="411480" y="36118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Bry-sur-Marne RER ↔ Torcy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Route de Neuilly (500 m)</a:t>
            </a:r>
            <a:endParaRPr lang="en-US" sz="1400" dirty="0"/>
          </a:p>
        </p:txBody>
      </p:sp>
      <p:sp>
        <p:nvSpPr>
          <p:cNvPr id="9" name="pastille_ligne_122"/>
          <p:cNvSpPr txBox="1"/>
          <p:nvPr/>
        </p:nvSpPr>
        <p:spPr>
          <a:xfrm>
            <a:off x="411480" y="434340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D2D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N34</a:t>
            </a:r>
            <a:endParaRPr lang="en-US" sz="1600" dirty="0"/>
          </a:p>
        </p:txBody>
      </p:sp>
      <p:sp>
        <p:nvSpPr>
          <p:cNvPr id="10" name="ligne_desc_123"/>
          <p:cNvSpPr txBox="1"/>
          <p:nvPr/>
        </p:nvSpPr>
        <p:spPr>
          <a:xfrm>
            <a:off x="411480" y="4800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Noctilien, le bus de nuit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Mêmes arrêts que le 303</a:t>
            </a:r>
            <a:endParaRPr lang="en-US" sz="1400" dirty="0"/>
          </a:p>
        </p:txBody>
      </p:sp>
      <p:sp>
        <p:nvSpPr>
          <p:cNvPr id="11" name="pastille_ligne_124"/>
          <p:cNvSpPr txBox="1"/>
          <p:nvPr/>
        </p:nvSpPr>
        <p:spPr>
          <a:xfrm>
            <a:off x="411480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600" dirty="0"/>
          </a:p>
        </p:txBody>
      </p:sp>
      <p:sp>
        <p:nvSpPr>
          <p:cNvPr id="12" name="pastille_ligne_125"/>
          <p:cNvSpPr txBox="1"/>
          <p:nvPr/>
        </p:nvSpPr>
        <p:spPr>
          <a:xfrm>
            <a:off x="1161288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1600" dirty="0"/>
          </a:p>
        </p:txBody>
      </p:sp>
      <p:sp>
        <p:nvSpPr>
          <p:cNvPr id="13" name="pastille_ligne_126"/>
          <p:cNvSpPr txBox="1"/>
          <p:nvPr/>
        </p:nvSpPr>
        <p:spPr>
          <a:xfrm>
            <a:off x="1911096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1600" dirty="0"/>
          </a:p>
        </p:txBody>
      </p:sp>
      <p:sp>
        <p:nvSpPr>
          <p:cNvPr id="14" name="ligne_desc_127"/>
          <p:cNvSpPr txBox="1"/>
          <p:nvPr/>
        </p:nvSpPr>
        <p:spPr>
          <a:xfrm>
            <a:off x="411480" y="59893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Lignes de Neuilly-sur-Marne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Place de la Résistance, après le pont (environ 800 m)</a:t>
            </a:r>
            <a:endParaRPr lang="en-US" sz="1400" dirty="0"/>
          </a:p>
        </p:txBody>
      </p:sp>
      <p:sp>
        <p:nvSpPr>
          <p:cNvPr id="15" name="etiquette_128"/>
          <p:cNvSpPr txBox="1"/>
          <p:nvPr/>
        </p:nvSpPr>
        <p:spPr>
          <a:xfrm>
            <a:off x="8183880" y="310896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6" name="arret_129"/>
          <p:cNvSpPr/>
          <p:nvPr/>
        </p:nvSpPr>
        <p:spPr>
          <a:xfrm>
            <a:off x="7286854" y="38523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7" name="etiquette_arret_130"/>
          <p:cNvSpPr txBox="1"/>
          <p:nvPr/>
        </p:nvSpPr>
        <p:spPr>
          <a:xfrm>
            <a:off x="7670902" y="36786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René Navier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303 · N34</a:t>
            </a:r>
            <a:endParaRPr lang="en-US" sz="1400" dirty="0"/>
          </a:p>
        </p:txBody>
      </p:sp>
      <p:sp>
        <p:nvSpPr>
          <p:cNvPr id="18" name="arret_131"/>
          <p:cNvSpPr/>
          <p:nvPr/>
        </p:nvSpPr>
        <p:spPr>
          <a:xfrm>
            <a:off x="8651138" y="5298948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9" name="etiquette_arret_132"/>
          <p:cNvSpPr txBox="1"/>
          <p:nvPr/>
        </p:nvSpPr>
        <p:spPr>
          <a:xfrm>
            <a:off x="7572146" y="5728716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de Neuilly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220 · 303 · N34</a:t>
            </a:r>
            <a:endParaRPr lang="en-US" sz="1400" dirty="0"/>
          </a:p>
        </p:txBody>
      </p:sp>
      <p:sp>
        <p:nvSpPr>
          <p:cNvPr id="20" name="arret_133"/>
          <p:cNvSpPr/>
          <p:nvPr/>
        </p:nvSpPr>
        <p:spPr>
          <a:xfrm>
            <a:off x="6017666" y="7662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21" name="etiquette_arret_134"/>
          <p:cNvSpPr txBox="1"/>
          <p:nvPr/>
        </p:nvSpPr>
        <p:spPr>
          <a:xfrm>
            <a:off x="6401714" y="5925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Place de la Résistance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 · 127 · 203 · 303 · N34</a:t>
            </a:r>
            <a:endParaRPr lang="en-US" sz="1400" dirty="0"/>
          </a:p>
        </p:txBody>
      </p:sp>
      <p:sp>
        <p:nvSpPr>
          <p:cNvPr id="22" name="arret_135"/>
          <p:cNvSpPr/>
          <p:nvPr/>
        </p:nvSpPr>
        <p:spPr>
          <a:xfrm>
            <a:off x="11086186" y="448513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3" name="nom_arret_136"/>
          <p:cNvSpPr txBox="1"/>
          <p:nvPr/>
        </p:nvSpPr>
        <p:spPr>
          <a:xfrm>
            <a:off x="10089490" y="47045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Église</a:t>
            </a:r>
            <a:endParaRPr lang="en-US" sz="1200" dirty="0"/>
          </a:p>
        </p:txBody>
      </p:sp>
      <p:sp>
        <p:nvSpPr>
          <p:cNvPr id="24" name="arret_137"/>
          <p:cNvSpPr/>
          <p:nvPr/>
        </p:nvSpPr>
        <p:spPr>
          <a:xfrm>
            <a:off x="6389827" y="5738774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5" name="nom_arret_138"/>
          <p:cNvSpPr txBox="1"/>
          <p:nvPr/>
        </p:nvSpPr>
        <p:spPr>
          <a:xfrm>
            <a:off x="5393131" y="595823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Verdun</a:t>
            </a:r>
            <a:endParaRPr lang="en-US" sz="1200" dirty="0"/>
          </a:p>
        </p:txBody>
      </p:sp>
      <p:sp>
        <p:nvSpPr>
          <p:cNvPr id="26" name="arret_139"/>
          <p:cNvSpPr/>
          <p:nvPr/>
        </p:nvSpPr>
        <p:spPr>
          <a:xfrm>
            <a:off x="9594799" y="496793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7" name="nom_arret_140"/>
          <p:cNvSpPr txBox="1"/>
          <p:nvPr/>
        </p:nvSpPr>
        <p:spPr>
          <a:xfrm>
            <a:off x="8598103" y="518739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Chemin de la Baronnerie</a:t>
            </a:r>
            <a:endParaRPr lang="en-US" sz="1200" dirty="0"/>
          </a:p>
        </p:txBody>
      </p:sp>
      <p:sp>
        <p:nvSpPr>
          <p:cNvPr id="28" name="arret_141"/>
          <p:cNvSpPr/>
          <p:nvPr/>
        </p:nvSpPr>
        <p:spPr>
          <a:xfrm>
            <a:off x="4804258" y="144749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9" name="nom_arret_142"/>
          <p:cNvSpPr txBox="1"/>
          <p:nvPr/>
        </p:nvSpPr>
        <p:spPr>
          <a:xfrm>
            <a:off x="3807562" y="166695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Foch – De Gaulle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La Marne</a:t>
            </a:r>
            <a:endParaRPr lang="en-US" sz="1500" dirty="0"/>
          </a:p>
        </p:txBody>
      </p:sp>
      <p:sp>
        <p:nvSpPr>
          <p:cNvPr id="31" name="credit_143"/>
          <p:cNvSpPr txBox="1"/>
          <p:nvPr/>
        </p:nvSpPr>
        <p:spPr>
          <a:xfrm>
            <a:off x="652241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Fond : IGN – Géoplateforme ; tracés et arrêts : Île-de-France Mobilités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44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4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46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47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48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49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50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51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52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53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54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55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56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57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58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9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60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61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62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63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64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65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66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67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68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69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7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1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2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3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74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75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7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7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8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a_completer_181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accueil du matin et du soir, mercredis, effectifs et nouveautés de la rentrée.</a:t>
            </a:r>
            <a:endParaRPr lang="en-US" sz="1600" dirty="0"/>
          </a:p>
        </p:txBody>
      </p:sp>
      <p:sp>
        <p:nvSpPr>
          <p:cNvPr id="7" name="repere_182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83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etiquette_184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8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86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8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8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8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90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91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92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9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19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2026-10-05T15:16:26Z</dcterms:created>
  <dcterms:modified xsi:type="dcterms:W3CDTF">2026-10-05T15:16:26Z</dcterms:modified>
</cp:coreProperties>
</file>