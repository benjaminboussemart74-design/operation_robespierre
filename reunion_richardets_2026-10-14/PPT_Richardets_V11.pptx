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3" r:id="rId32"/>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Oval 44"/>
          <p:cNvSpPr/>
          <p:nvPr/>
        </p:nvSpPr>
        <p:spPr>
          <a:xfrm>
            <a:off x="9601199" y="671169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84663" y="662940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à l'étude</a:t>
            </a:r>
          </a:p>
        </p:txBody>
      </p:sp>
      <p:sp>
        <p:nvSpPr>
          <p:cNvPr id="47" name="Oval 46"/>
          <p:cNvSpPr/>
          <p:nvPr/>
        </p:nvSpPr>
        <p:spPr>
          <a:xfrm>
            <a:off x="9601199" y="715060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84663" y="7068312"/>
            <a:ext cx="4407407" cy="640080"/>
          </a:xfrm>
          <a:prstGeom prst="rect">
            <a:avLst/>
          </a:prstGeom>
          <a:noFill/>
        </p:spPr>
        <p:txBody>
          <a:bodyPr wrap="square" anchor="t" lIns="0" rIns="0" tIns="0" bIns="0">
            <a:spAutoFit/>
          </a:bodyPr>
          <a:lstStyle/>
          <a:p>
            <a:pPr algn="l"/>
            <a:r>
              <a:rPr sz="1700" b="1">
                <a:solidFill>
                  <a:srgbClr val="FAF5EC"/>
                </a:solidFill>
                <a:latin typeface="Arial"/>
              </a:rPr>
              <a:t>Réparation des fuites de la salle polyvalente</a:t>
            </a:r>
          </a:p>
        </p:txBody>
      </p:sp>
      <p:sp>
        <p:nvSpPr>
          <p:cNvPr id="49" name="Oval 48"/>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1" name="Oval 50"/>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