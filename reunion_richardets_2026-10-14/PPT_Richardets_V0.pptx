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8" r:id="rId29"/>
    <p:sldId id="289" r:id="rId30"/>
  </p:sldIdLst>
  <p:sldSz cx="18288000" cy="1028700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USSEMART Benjamin" initials="BB" lastIdx="2" clrIdx="0">
    <p:extLst>
      <p:ext uri="{19B8F6BF-5375-455C-9EA6-DF929625EA0E}">
        <p15:presenceInfo xmlns:p15="http://schemas.microsoft.com/office/powerpoint/2012/main" userId="S-1-5-21-3408961251-3854804950-4192859478-336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5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9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59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t>Diapositive affichée pendant l'accueil : inviter les habitants à flasher le QR code ou à remplir la fiche de renseignement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t>Accueil des habitants. Intervenants : Vincent Monnier, Maire de Noisy-le-Grand ; élu référent du quartier : à compléter.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t>Présenter les 7 parties de la soirée. Sommaire provisoire, à aligner sur le déroulé définitif.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t>Temps d'échange avec la salle.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t>Diapositive laissée à l'écran à la sortie : rappeler le QR code et la fiche de renseignement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02001" y="228600"/>
            <a:ext cx="1905000" cy="1936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2800350"/>
            <a:ext cx="9681211" cy="35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25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PUBLIQUE · QUARTIER DES RICHARDETS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952500" y="3458210"/>
            <a:ext cx="9065134" cy="1478280"/>
          </a:xfrm>
          <a:prstGeom prst="rect">
            <a:avLst/>
          </a:prstGeom>
          <a:noFill/>
          <a:ln/>
          <a:effectLst>
            <a:outerShdw blurRad="101600" dist="53882" dir="2700000" algn="bl" rotWithShape="0">
              <a:srgbClr val="72C493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605"/>
              </a:lnSpc>
              <a:buNone/>
            </a:pPr>
            <a:r>
              <a:rPr lang="en-US" sz="5400" b="1" kern="0" spc="-150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suivre les projets dans votre quartier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52500" y="5241291"/>
            <a:ext cx="906513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30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Flashez ce QR code ou remplissez la fiche de renseignement papier à votre disposition.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201275" y="2800350"/>
            <a:ext cx="6696076" cy="669607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7350" y="1562100"/>
            <a:ext cx="16516351" cy="9290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11" b="5711"/>
          <a:stretch/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0E1F5B">
                  <a:alpha val="92000"/>
                </a:srgbClr>
              </a:gs>
              <a:gs pos="55000">
                <a:srgbClr val="0E1F5B">
                  <a:alpha val="78000"/>
                </a:srgbClr>
              </a:gs>
              <a:gs pos="100000">
                <a:srgbClr val="0E1F5B">
                  <a:alpha val="55000"/>
                </a:srgbClr>
              </a:gs>
            </a:gsLst>
            <a:lin ang="2700000" scaled="0"/>
          </a:gra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44501" y="3012837"/>
            <a:ext cx="4191000" cy="42613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500" y="3144838"/>
            <a:ext cx="18021301" cy="41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225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PUBLIQUE —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952500" y="3787458"/>
            <a:ext cx="16874491" cy="2000885"/>
          </a:xfrm>
          <a:prstGeom prst="rect">
            <a:avLst/>
          </a:prstGeom>
          <a:noFill/>
          <a:ln/>
          <a:effectLst>
            <a:outerShdw blurRad="101600" dist="80822" dir="2700000" algn="bl" rotWithShape="0">
              <a:srgbClr val="72C493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832"/>
              </a:lnSpc>
              <a:buNone/>
            </a:pPr>
            <a:r>
              <a:rPr lang="en-US" sz="8400" b="1" kern="0" spc="-300" dirty="0">
                <a:solidFill>
                  <a:srgbClr val="FA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 DES</a:t>
            </a:r>
          </a:p>
          <a:p>
            <a:pPr marL="0" indent="0" algn="l">
              <a:lnSpc>
                <a:spcPct val="64832"/>
              </a:lnSpc>
              <a:buNone/>
            </a:pPr>
            <a:r>
              <a:rPr lang="en-US" sz="8400" b="1" kern="0" spc="-300" dirty="0">
                <a:solidFill>
                  <a:srgbClr val="FA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RICHARDETS</a:t>
            </a:r>
          </a:p>
        </p:txBody>
      </p:sp>
      <p:sp>
        <p:nvSpPr>
          <p:cNvPr id="9" name="Text 5"/>
          <p:cNvSpPr/>
          <p:nvPr/>
        </p:nvSpPr>
        <p:spPr>
          <a:xfrm>
            <a:off x="952500" y="6283643"/>
            <a:ext cx="18021301" cy="47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Mercredi 14 octobre 2026 — 19 h — Victoria Park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02001" y="228600"/>
            <a:ext cx="1905000" cy="1936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857250"/>
            <a:ext cx="18021301" cy="363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250" dirty="0"/>
          </a:p>
        </p:txBody>
      </p:sp>
      <p:sp>
        <p:nvSpPr>
          <p:cNvPr id="4" name="Numero 1"/>
          <p:cNvSpPr txBox="1"/>
          <p:nvPr/>
        </p:nvSpPr>
        <p:spPr>
          <a:xfrm>
            <a:off x="952500" y="262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</a:p>
        </p:txBody>
      </p:sp>
      <p:sp>
        <p:nvSpPr>
          <p:cNvPr id="5" name="Partie 1"/>
          <p:cNvSpPr txBox="1"/>
          <p:nvPr/>
        </p:nvSpPr>
        <p:spPr>
          <a:xfrm>
            <a:off x="1866900" y="260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 et démocratie locale</a:t>
            </a:r>
          </a:p>
        </p:txBody>
      </p:sp>
      <p:sp>
        <p:nvSpPr>
          <p:cNvPr id="6" name="Separateur 1"/>
          <p:cNvSpPr/>
          <p:nvPr/>
        </p:nvSpPr>
        <p:spPr>
          <a:xfrm>
            <a:off x="952500" y="3230000"/>
            <a:ext cx="14287501" cy="10160"/>
          </a:xfrm>
          <a:prstGeom prst="rect">
            <a:avLst/>
          </a:prstGeom>
          <a:solidFill>
            <a:srgbClr val="0E1F5B">
              <a:alpha val="12000"/>
            </a:srgbClr>
          </a:solidFill>
          <a:ln/>
        </p:spPr>
      </p:sp>
      <p:sp>
        <p:nvSpPr>
          <p:cNvPr id="7" name="Numero 2"/>
          <p:cNvSpPr txBox="1"/>
          <p:nvPr/>
        </p:nvSpPr>
        <p:spPr>
          <a:xfrm>
            <a:off x="952500" y="341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</a:p>
        </p:txBody>
      </p:sp>
      <p:sp>
        <p:nvSpPr>
          <p:cNvPr id="8" name="Partie 2"/>
          <p:cNvSpPr txBox="1"/>
          <p:nvPr/>
        </p:nvSpPr>
        <p:spPr>
          <a:xfrm>
            <a:off x="1866900" y="339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écoles et le périscolaire</a:t>
            </a:r>
          </a:p>
        </p:txBody>
      </p:sp>
      <p:sp>
        <p:nvSpPr>
          <p:cNvPr id="9" name="Separateur 2"/>
          <p:cNvSpPr/>
          <p:nvPr/>
        </p:nvSpPr>
        <p:spPr>
          <a:xfrm>
            <a:off x="952500" y="4020000"/>
            <a:ext cx="14287501" cy="10160"/>
          </a:xfrm>
          <a:prstGeom prst="rect">
            <a:avLst/>
          </a:prstGeom>
          <a:solidFill>
            <a:srgbClr val="0E1F5B">
              <a:alpha val="12000"/>
            </a:srgbClr>
          </a:solidFill>
          <a:ln/>
        </p:spPr>
      </p:sp>
      <p:sp>
        <p:nvSpPr>
          <p:cNvPr id="10" name="Numero 3"/>
          <p:cNvSpPr txBox="1"/>
          <p:nvPr/>
        </p:nvSpPr>
        <p:spPr>
          <a:xfrm>
            <a:off x="952500" y="420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</a:p>
        </p:txBody>
      </p:sp>
      <p:sp>
        <p:nvSpPr>
          <p:cNvPr id="11" name="Partie 3"/>
          <p:cNvSpPr txBox="1"/>
          <p:nvPr/>
        </p:nvSpPr>
        <p:spPr>
          <a:xfrm>
            <a:off x="1866900" y="418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Richardets : services publics de proximité</a:t>
            </a:r>
          </a:p>
        </p:txBody>
      </p:sp>
      <p:sp>
        <p:nvSpPr>
          <p:cNvPr id="12" name="Separateur 3"/>
          <p:cNvSpPr/>
          <p:nvPr/>
        </p:nvSpPr>
        <p:spPr>
          <a:xfrm>
            <a:off x="952500" y="4810000"/>
            <a:ext cx="14287501" cy="10160"/>
          </a:xfrm>
          <a:prstGeom prst="rect">
            <a:avLst/>
          </a:prstGeom>
          <a:solidFill>
            <a:srgbClr val="0E1F5B">
              <a:alpha val="12000"/>
            </a:srgbClr>
          </a:solidFill>
          <a:ln/>
        </p:spPr>
      </p:sp>
      <p:sp>
        <p:nvSpPr>
          <p:cNvPr id="13" name="Numero 4"/>
          <p:cNvSpPr txBox="1"/>
          <p:nvPr/>
        </p:nvSpPr>
        <p:spPr>
          <a:xfrm>
            <a:off x="952500" y="499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</a:p>
        </p:txBody>
      </p:sp>
      <p:sp>
        <p:nvSpPr>
          <p:cNvPr id="14" name="Partie 4"/>
          <p:cNvSpPr txBox="1"/>
          <p:nvPr/>
        </p:nvSpPr>
        <p:spPr>
          <a:xfrm>
            <a:off x="1866900" y="497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Propreté dans le quartier des Richardets</a:t>
            </a:r>
          </a:p>
        </p:txBody>
      </p:sp>
      <p:sp>
        <p:nvSpPr>
          <p:cNvPr id="15" name="Separateur 4"/>
          <p:cNvSpPr/>
          <p:nvPr/>
        </p:nvSpPr>
        <p:spPr>
          <a:xfrm>
            <a:off x="952500" y="5600000"/>
            <a:ext cx="14287501" cy="10160"/>
          </a:xfrm>
          <a:prstGeom prst="rect">
            <a:avLst/>
          </a:prstGeom>
          <a:solidFill>
            <a:srgbClr val="0E1F5B">
              <a:alpha val="12000"/>
            </a:srgbClr>
          </a:solidFill>
          <a:ln/>
        </p:spPr>
      </p:sp>
      <p:sp>
        <p:nvSpPr>
          <p:cNvPr id="16" name="Numero 5"/>
          <p:cNvSpPr txBox="1"/>
          <p:nvPr/>
        </p:nvSpPr>
        <p:spPr>
          <a:xfrm>
            <a:off x="952500" y="578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</a:p>
        </p:txBody>
      </p:sp>
      <p:sp>
        <p:nvSpPr>
          <p:cNvPr id="17" name="Partie 5"/>
          <p:cNvSpPr txBox="1"/>
          <p:nvPr/>
        </p:nvSpPr>
        <p:spPr>
          <a:xfrm>
            <a:off x="1866900" y="576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Richardets : sécurité et tranquillité résidentielle</a:t>
            </a:r>
          </a:p>
        </p:txBody>
      </p:sp>
      <p:sp>
        <p:nvSpPr>
          <p:cNvPr id="18" name="Separateur 5"/>
          <p:cNvSpPr/>
          <p:nvPr/>
        </p:nvSpPr>
        <p:spPr>
          <a:xfrm>
            <a:off x="952500" y="6390000"/>
            <a:ext cx="14287501" cy="10160"/>
          </a:xfrm>
          <a:prstGeom prst="rect">
            <a:avLst/>
          </a:prstGeom>
          <a:solidFill>
            <a:srgbClr val="0E1F5B">
              <a:alpha val="12000"/>
            </a:srgbClr>
          </a:solidFill>
          <a:ln/>
        </p:spPr>
      </p:sp>
      <p:sp>
        <p:nvSpPr>
          <p:cNvPr id="19" name="Numero 6"/>
          <p:cNvSpPr txBox="1"/>
          <p:nvPr/>
        </p:nvSpPr>
        <p:spPr>
          <a:xfrm>
            <a:off x="952500" y="657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</a:p>
        </p:txBody>
      </p:sp>
      <p:sp>
        <p:nvSpPr>
          <p:cNvPr id="20" name="Partie 6"/>
          <p:cNvSpPr txBox="1"/>
          <p:nvPr/>
        </p:nvSpPr>
        <p:spPr>
          <a:xfrm>
            <a:off x="1866900" y="655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logement social</a:t>
            </a:r>
          </a:p>
        </p:txBody>
      </p:sp>
      <p:sp>
        <p:nvSpPr>
          <p:cNvPr id="21" name="Separateur 6"/>
          <p:cNvSpPr/>
          <p:nvPr/>
        </p:nvSpPr>
        <p:spPr>
          <a:xfrm>
            <a:off x="952500" y="7180000"/>
            <a:ext cx="14287501" cy="10160"/>
          </a:xfrm>
          <a:prstGeom prst="rect">
            <a:avLst/>
          </a:prstGeom>
          <a:solidFill>
            <a:srgbClr val="0E1F5B">
              <a:alpha val="12000"/>
            </a:srgbClr>
          </a:solidFill>
          <a:ln/>
        </p:spPr>
      </p:sp>
      <p:sp>
        <p:nvSpPr>
          <p:cNvPr id="22" name="Numero 7"/>
          <p:cNvSpPr txBox="1"/>
          <p:nvPr/>
        </p:nvSpPr>
        <p:spPr>
          <a:xfrm>
            <a:off x="952500" y="7360320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2550" b="1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</a:p>
        </p:txBody>
      </p:sp>
      <p:sp>
        <p:nvSpPr>
          <p:cNvPr id="23" name="Partie 7"/>
          <p:cNvSpPr txBox="1"/>
          <p:nvPr/>
        </p:nvSpPr>
        <p:spPr>
          <a:xfrm>
            <a:off x="1866900" y="7340000"/>
            <a:ext cx="13373100" cy="51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fr-FR" sz="33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transports : les bus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72C4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02001" y="228600"/>
            <a:ext cx="1905000" cy="1936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4238625"/>
            <a:ext cx="18021301" cy="1847850"/>
          </a:xfrm>
          <a:prstGeom prst="rect">
            <a:avLst/>
          </a:prstGeom>
          <a:noFill/>
          <a:ln/>
          <a:effectLst>
            <a:outerShdw blurRad="101600" dist="107763" dir="2700000" algn="bl" rotWithShape="0">
              <a:srgbClr val="FAF5EC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472"/>
              </a:lnSpc>
              <a:buNone/>
            </a:pPr>
            <a:r>
              <a:rPr lang="en-US" sz="15000" b="1" kern="0" spc="-450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questions</a:t>
            </a:r>
            <a:endParaRPr lang="en-US" sz="15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02001" y="228600"/>
            <a:ext cx="1905000" cy="1936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2800350"/>
            <a:ext cx="9681211" cy="35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25" dirty="0">
                <a:solidFill>
                  <a:srgbClr val="72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PUBLIQUE · QUARTIER DES RICHARDETS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952500" y="3458210"/>
            <a:ext cx="9065134" cy="1478280"/>
          </a:xfrm>
          <a:prstGeom prst="rect">
            <a:avLst/>
          </a:prstGeom>
          <a:noFill/>
          <a:ln/>
          <a:effectLst>
            <a:outerShdw blurRad="101600" dist="53882" dir="2700000" algn="bl" rotWithShape="0">
              <a:srgbClr val="72C493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605"/>
              </a:lnSpc>
              <a:buNone/>
            </a:pPr>
            <a:r>
              <a:rPr lang="en-US" sz="5400" b="1" kern="0" spc="-150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suivre les projets dans votre quartier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52500" y="5241291"/>
            <a:ext cx="906513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3000" b="1" dirty="0">
                <a:solidFill>
                  <a:srgbClr val="0E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Flashez ce QR code ou remplissez la fiche de renseignement papier à votre disposition.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201275" y="2800350"/>
            <a:ext cx="6696076" cy="669607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7350" y="1562100"/>
            <a:ext cx="16516351" cy="9290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2646</Words>
  <Application>Microsoft Office PowerPoint</Application>
  <PresentationFormat>Personnalisé</PresentationFormat>
  <Paragraphs>305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BOUSSEMART Benjamin</cp:lastModifiedBy>
  <cp:revision>27</cp:revision>
  <cp:lastPrinted>2026-10-12T16:29:05Z</cp:lastPrinted>
  <dcterms:created xsi:type="dcterms:W3CDTF">2026-10-12T08:47:28Z</dcterms:created>
  <dcterms:modified xsi:type="dcterms:W3CDTF">2026-10-12T16:41:58Z</dcterms:modified>
</cp:coreProperties>
</file>