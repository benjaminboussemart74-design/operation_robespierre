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17" r:id="rId53"/>
    <p:sldId id="306" r:id="rId42"/>
    <p:sldId id="318" r:id="rId54"/>
    <p:sldId id="307" r:id="rId43"/>
    <p:sldId id="308" r:id="rId44"/>
    <p:sldId id="314" r:id="rId50"/>
    <p:sldId id="295" r:id="rId28"/>
    <p:sldId id="309" r:id="rId45"/>
    <p:sldId id="310" r:id="rId46"/>
    <p:sldId id="319" r:id="rId55"/>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Parking situé dans le secteur du gymnase des Yvris, chemin de la Noisette, près de l'école élémentaire des Yvris et du collège Saint-Exupéry (point fourni : 48°49'35.57" N, 2°35'00.63" E). Vues : orthophotographies IGN. Règles de la zone bleue à compléter : périmètre, durée de stationnement autorisée, date de mise en place, contrôle.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Vue aérienne de la partie commerçante de l'avenue Médéric (orthophotographie IGN).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7.xml"/><Relationship Id="rId4" Type="http://schemas.openxmlformats.org/officeDocument/2006/relationships/image" Target="../media/image41.jpg"/><Relationship Id="rId5" Type="http://schemas.openxmlformats.org/officeDocument/2006/relationships/image" Target="../media/image4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 Id="rId4" Type="http://schemas.openxmlformats.org/officeDocument/2006/relationships/image" Target="../media/image43.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4"/>
          <a:stretch>
            <a:fillRect/>
          </a:stretch>
        </p:blipFill>
        <p:spPr>
          <a:xfrm>
            <a:off x="950976" y="2255520"/>
            <a:ext cx="10241280" cy="6827519"/>
          </a:xfrm>
          <a:prstGeom prst="rect">
            <a:avLst/>
          </a:prstGeom>
        </p:spPr>
      </p:pic>
      <p:sp>
        <p:nvSpPr>
          <p:cNvPr id="6" name="TextBox 5"/>
          <p:cNvSpPr txBox="1"/>
          <p:nvPr/>
        </p:nvSpPr>
        <p:spPr>
          <a:xfrm>
            <a:off x="950976" y="9156191"/>
            <a:ext cx="10241280"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pic>
        <p:nvPicPr>
          <p:cNvPr id="7" name="Picture 6" descr="Securite_04_zone_bleue_situation.jpg"/>
          <p:cNvPicPr>
            <a:picLocks noChangeAspect="1"/>
          </p:cNvPicPr>
          <p:nvPr/>
        </p:nvPicPr>
        <p:blipFill>
          <a:blip r:embed="rId5"/>
          <a:stretch>
            <a:fillRect/>
          </a:stretch>
        </p:blipFill>
        <p:spPr>
          <a:xfrm>
            <a:off x="11567160" y="2240280"/>
            <a:ext cx="5760720" cy="3840480"/>
          </a:xfrm>
          <a:prstGeom prst="rect">
            <a:avLst/>
          </a:prstGeom>
        </p:spPr>
      </p:pic>
      <p:sp>
        <p:nvSpPr>
          <p:cNvPr id="8" name="TextBox 7"/>
          <p:cNvSpPr txBox="1"/>
          <p:nvPr/>
        </p:nvSpPr>
        <p:spPr>
          <a:xfrm>
            <a:off x="11567160" y="6172200"/>
            <a:ext cx="5760720" cy="731520"/>
          </a:xfrm>
          <a:prstGeom prst="rect">
            <a:avLst/>
          </a:prstGeom>
          <a:noFill/>
        </p:spPr>
        <p:txBody>
          <a:bodyPr wrap="square" anchor="t" lIns="0" rIns="0" tIns="0" bIns="0">
            <a:spAutoFit/>
          </a:bodyPr>
          <a:lstStyle/>
          <a:p>
            <a:pPr algn="l"/>
            <a:r>
              <a:rPr sz="2000" b="1">
                <a:solidFill>
                  <a:srgbClr val="FFFFFF"/>
                </a:solidFill>
                <a:latin typeface="Arial"/>
              </a:rPr>
              <a:t>Secteur du gymnase des Yvris, chemin de la Noisette</a:t>
            </a:r>
          </a:p>
        </p:txBody>
      </p:sp>
      <p:sp>
        <p:nvSpPr>
          <p:cNvPr id="9" name="Rectangle 8"/>
          <p:cNvSpPr/>
          <p:nvPr/>
        </p:nvSpPr>
        <p:spPr>
          <a:xfrm>
            <a:off x="11567160" y="6995160"/>
            <a:ext cx="5760720" cy="210312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41480" y="6995160"/>
            <a:ext cx="5212080" cy="2103120"/>
          </a:xfrm>
          <a:prstGeom prst="rect">
            <a:avLst/>
          </a:prstGeom>
          <a:noFill/>
        </p:spPr>
        <p:txBody>
          <a:bodyPr wrap="square" anchor="ctr" lIns="0" rIns="0" tIns="0" bIns="0">
            <a:spAutoFit/>
          </a:bodyPr>
          <a:lstStyle/>
          <a:p>
            <a:pPr algn="ctr"/>
            <a:r>
              <a:rPr sz="2200" b="1">
                <a:solidFill>
                  <a:srgbClr val="C9CCDA"/>
                </a:solidFill>
                <a:latin typeface="Arial"/>
              </a:rPr>
              <a:t>[Périmètre, durée de stationnement autorisée et date de mise en place à compléter]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commerces de l'avenue Médéric</a:t>
            </a:r>
          </a:p>
        </p:txBody>
      </p:sp>
      <p:pic>
        <p:nvPicPr>
          <p:cNvPr id="5" name="Picture 4" descr="Commerces_01_avenue_Mederic.jpg"/>
          <p:cNvPicPr>
            <a:picLocks noChangeAspect="1"/>
          </p:cNvPicPr>
          <p:nvPr/>
        </p:nvPicPr>
        <p:blipFill>
          <a:blip r:embed="rId4"/>
          <a:stretch>
            <a:fillRect/>
          </a:stretch>
        </p:blipFill>
        <p:spPr>
          <a:xfrm>
            <a:off x="977992" y="2240279"/>
            <a:ext cx="16313727" cy="7178040"/>
          </a:xfrm>
          <a:prstGeom prst="rect">
            <a:avLst/>
          </a:prstGeom>
        </p:spPr>
      </p:pic>
      <p:sp>
        <p:nvSpPr>
          <p:cNvPr id="6" name="TextBox 5"/>
          <p:cNvSpPr txBox="1"/>
          <p:nvPr/>
        </p:nvSpPr>
        <p:spPr>
          <a:xfrm>
            <a:off x="950976" y="9491471"/>
            <a:ext cx="16367759"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