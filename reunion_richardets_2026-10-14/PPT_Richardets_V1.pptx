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7" r:id="rId3"/>
    <p:sldId id="258" r:id="rId4"/>
    <p:sldId id="301" r:id="rId37"/>
    <p:sldId id="302" r:id="rId38"/>
    <p:sldId id="303" r:id="rId39"/>
    <p:sldId id="304" r:id="rId40"/>
    <p:sldId id="305" r:id="rId41"/>
    <p:sldId id="306" r:id="rId42"/>
    <p:sldId id="307" r:id="rId43"/>
    <p:sldId id="308" r:id="rId44"/>
    <p:sldId id="309" r:id="rId45"/>
    <p:sldId id="310" r:id="rId46"/>
    <p:sldId id="311" r:id="rId47"/>
    <p:sldId id="312" r:id="rId48"/>
    <p:sldId id="313" r:id="rId49"/>
    <p:sldId id="288" r:id="rId29"/>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xml"/><Relationship Id="rId4" Type="http://schemas.openxmlformats.org/officeDocument/2006/relationships/slide" Target="slides/slide3.xml"/><Relationship Id="rId29" Type="http://schemas.openxmlformats.org/officeDocument/2006/relationships/slide" Target="slides/slide28.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