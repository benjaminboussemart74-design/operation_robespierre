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120"/>
          <p:cNvSpPr/>
          <p:nvPr/>
        </p:nvSpPr>
        <p:spPr>
          <a:xfrm>
            <a:off x="6710919" y="4169787"/>
            <a:ext cx="1759150" cy="126900"/>
          </a:xfrm>
          <a:custGeom>
            <a:avLst/>
            <a:gdLst/>
            <a:ahLst/>
            <a:cxnLst/>
            <a:rect l="l" t="t" r="r" b="b"/>
            <a:pathLst>
              <a:path w="1759150" h="126900">
                <a:moveTo>
                  <a:pt x="1759150" y="0"/>
                </a:moveTo>
                <a:lnTo>
                  <a:pt x="225505" y="11103"/>
                </a:lnTo>
                <a:lnTo>
                  <a:pt x="0" y="12690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120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120"/>
          <p:cNvSpPr/>
          <p:nvPr/>
        </p:nvSpPr>
        <p:spPr>
          <a:xfrm>
            <a:off x="4080025" y="0"/>
            <a:ext cx="2551550" cy="4247513"/>
          </a:xfrm>
          <a:custGeom>
            <a:avLst/>
            <a:gdLst/>
            <a:ahLst/>
            <a:cxnLst/>
            <a:rect l="l" t="t" r="r" b="b"/>
            <a:pathLst>
              <a:path w="2551550" h="4247513">
                <a:moveTo>
                  <a:pt x="2551550" y="4247513"/>
                </a:moveTo>
                <a:lnTo>
                  <a:pt x="2473249" y="4230064"/>
                </a:lnTo>
                <a:lnTo>
                  <a:pt x="1649529" y="2892838"/>
                </a:lnTo>
                <a:lnTo>
                  <a:pt x="1264291" y="2245631"/>
                </a:lnTo>
                <a:lnTo>
                  <a:pt x="766300" y="1362058"/>
                </a:lnTo>
                <a:lnTo>
                  <a:pt x="250562" y="495925"/>
                </a:lnTo>
                <a:lnTo>
                  <a:pt x="0" y="126309"/>
                </a:lnTo>
                <a:lnTo>
                  <a:pt x="14616" y="24783"/>
                </a:lnTo>
                <a:lnTo>
                  <a:pt x="9347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120"/>
          <p:cNvSpPr/>
          <p:nvPr/>
        </p:nvSpPr>
        <p:spPr>
          <a:xfrm>
            <a:off x="0" y="0"/>
            <a:ext cx="2540850" cy="18140"/>
          </a:xfrm>
          <a:custGeom>
            <a:avLst/>
            <a:gdLst/>
            <a:ahLst/>
            <a:cxnLst/>
            <a:rect l="l" t="t" r="r" b="b"/>
            <a:pathLst>
              <a:path w="2540850" h="18140">
                <a:moveTo>
                  <a:pt x="2540850" y="0"/>
                </a:moveTo>
                <a:lnTo>
                  <a:pt x="0" y="1814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120"/>
          <p:cNvSpPr/>
          <p:nvPr/>
        </p:nvSpPr>
        <p:spPr>
          <a:xfrm>
            <a:off x="0" y="218316"/>
            <a:ext cx="1240330" cy="33144"/>
          </a:xfrm>
          <a:custGeom>
            <a:avLst/>
            <a:gdLst/>
            <a:ahLst/>
            <a:cxnLst/>
            <a:rect l="l" t="t" r="r" b="b"/>
            <a:pathLst>
              <a:path w="1240330" h="33144">
                <a:moveTo>
                  <a:pt x="0" y="33144"/>
                </a:moveTo>
                <a:lnTo>
                  <a:pt x="124033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120"/>
          <p:cNvSpPr/>
          <p:nvPr/>
        </p:nvSpPr>
        <p:spPr>
          <a:xfrm>
            <a:off x="1240330" y="199280"/>
            <a:ext cx="2297856" cy="19036"/>
          </a:xfrm>
          <a:custGeom>
            <a:avLst/>
            <a:gdLst/>
            <a:ahLst/>
            <a:cxnLst/>
            <a:rect l="l" t="t" r="r" b="b"/>
            <a:pathLst>
              <a:path w="2297856" h="19036">
                <a:moveTo>
                  <a:pt x="0" y="19036"/>
                </a:moveTo>
                <a:lnTo>
                  <a:pt x="2297856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120"/>
          <p:cNvSpPr/>
          <p:nvPr/>
        </p:nvSpPr>
        <p:spPr>
          <a:xfrm>
            <a:off x="3538186" y="199280"/>
            <a:ext cx="63685" cy="72972"/>
          </a:xfrm>
          <a:custGeom>
            <a:avLst/>
            <a:gdLst/>
            <a:ahLst/>
            <a:cxnLst/>
            <a:rect l="l" t="t" r="r" b="b"/>
            <a:pathLst>
              <a:path w="63685" h="72972">
                <a:moveTo>
                  <a:pt x="0" y="0"/>
                </a:moveTo>
                <a:lnTo>
                  <a:pt x="63685" y="72972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120"/>
          <p:cNvSpPr/>
          <p:nvPr/>
        </p:nvSpPr>
        <p:spPr>
          <a:xfrm>
            <a:off x="3601871" y="272252"/>
            <a:ext cx="81432" cy="47590"/>
          </a:xfrm>
          <a:custGeom>
            <a:avLst/>
            <a:gdLst/>
            <a:ahLst/>
            <a:cxnLst/>
            <a:rect l="l" t="t" r="r" b="b"/>
            <a:pathLst>
              <a:path w="81432" h="47590">
                <a:moveTo>
                  <a:pt x="0" y="0"/>
                </a:moveTo>
                <a:lnTo>
                  <a:pt x="81432" y="4759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120"/>
          <p:cNvSpPr/>
          <p:nvPr/>
        </p:nvSpPr>
        <p:spPr>
          <a:xfrm>
            <a:off x="3683303" y="319842"/>
            <a:ext cx="92917" cy="19036"/>
          </a:xfrm>
          <a:custGeom>
            <a:avLst/>
            <a:gdLst/>
            <a:ahLst/>
            <a:cxnLst/>
            <a:rect l="l" t="t" r="r" b="b"/>
            <a:pathLst>
              <a:path w="92917" h="19036">
                <a:moveTo>
                  <a:pt x="0" y="0"/>
                </a:moveTo>
                <a:lnTo>
                  <a:pt x="92917" y="19036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120"/>
          <p:cNvSpPr/>
          <p:nvPr/>
        </p:nvSpPr>
        <p:spPr>
          <a:xfrm>
            <a:off x="3776220" y="326187"/>
            <a:ext cx="92916" cy="12691"/>
          </a:xfrm>
          <a:custGeom>
            <a:avLst/>
            <a:gdLst/>
            <a:ahLst/>
            <a:cxnLst/>
            <a:rect l="l" t="t" r="r" b="b"/>
            <a:pathLst>
              <a:path w="92916" h="12691">
                <a:moveTo>
                  <a:pt x="0" y="12691"/>
                </a:moveTo>
                <a:lnTo>
                  <a:pt x="92916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120"/>
          <p:cNvSpPr/>
          <p:nvPr/>
        </p:nvSpPr>
        <p:spPr>
          <a:xfrm>
            <a:off x="3869136" y="326187"/>
            <a:ext cx="212977" cy="326785"/>
          </a:xfrm>
          <a:custGeom>
            <a:avLst/>
            <a:gdLst/>
            <a:ahLst/>
            <a:cxnLst/>
            <a:rect l="l" t="t" r="r" b="b"/>
            <a:pathLst>
              <a:path w="212977" h="326785">
                <a:moveTo>
                  <a:pt x="0" y="0"/>
                </a:moveTo>
                <a:lnTo>
                  <a:pt x="212977" y="326785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120"/>
          <p:cNvSpPr/>
          <p:nvPr/>
        </p:nvSpPr>
        <p:spPr>
          <a:xfrm>
            <a:off x="4082113" y="652972"/>
            <a:ext cx="514695" cy="889926"/>
          </a:xfrm>
          <a:custGeom>
            <a:avLst/>
            <a:gdLst/>
            <a:ahLst/>
            <a:cxnLst/>
            <a:rect l="l" t="t" r="r" b="b"/>
            <a:pathLst>
              <a:path w="514695" h="889926">
                <a:moveTo>
                  <a:pt x="0" y="0"/>
                </a:moveTo>
                <a:lnTo>
                  <a:pt x="514695" y="889926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120"/>
          <p:cNvSpPr/>
          <p:nvPr/>
        </p:nvSpPr>
        <p:spPr>
          <a:xfrm>
            <a:off x="4596808" y="1542898"/>
            <a:ext cx="1259071" cy="2081213"/>
          </a:xfrm>
          <a:custGeom>
            <a:avLst/>
            <a:gdLst/>
            <a:ahLst/>
            <a:cxnLst/>
            <a:rect l="l" t="t" r="r" b="b"/>
            <a:pathLst>
              <a:path w="1259071" h="2081213">
                <a:moveTo>
                  <a:pt x="0" y="0"/>
                </a:moveTo>
                <a:lnTo>
                  <a:pt x="1259071" y="2081213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120"/>
          <p:cNvSpPr/>
          <p:nvPr/>
        </p:nvSpPr>
        <p:spPr>
          <a:xfrm>
            <a:off x="5855879" y="3624111"/>
            <a:ext cx="139896" cy="242699"/>
          </a:xfrm>
          <a:custGeom>
            <a:avLst/>
            <a:gdLst/>
            <a:ahLst/>
            <a:cxnLst/>
            <a:rect l="l" t="t" r="r" b="b"/>
            <a:pathLst>
              <a:path w="139896" h="242699">
                <a:moveTo>
                  <a:pt x="0" y="0"/>
                </a:moveTo>
                <a:lnTo>
                  <a:pt x="139896" y="242699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120"/>
          <p:cNvSpPr/>
          <p:nvPr/>
        </p:nvSpPr>
        <p:spPr>
          <a:xfrm>
            <a:off x="5995775" y="3866810"/>
            <a:ext cx="265178" cy="593261"/>
          </a:xfrm>
          <a:custGeom>
            <a:avLst/>
            <a:gdLst/>
            <a:ahLst/>
            <a:cxnLst/>
            <a:rect l="l" t="t" r="r" b="b"/>
            <a:pathLst>
              <a:path w="265178" h="593261">
                <a:moveTo>
                  <a:pt x="0" y="0"/>
                </a:moveTo>
                <a:lnTo>
                  <a:pt x="265178" y="593261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120"/>
          <p:cNvSpPr/>
          <p:nvPr/>
        </p:nvSpPr>
        <p:spPr>
          <a:xfrm>
            <a:off x="6260953" y="4460071"/>
            <a:ext cx="0" cy="77727"/>
          </a:xfrm>
          <a:custGeom>
            <a:avLst/>
            <a:gdLst/>
            <a:ahLst/>
            <a:cxnLst/>
            <a:rect l="l" t="t" r="r" b="b"/>
            <a:pathLst>
              <a:path w="0" h="77727">
                <a:moveTo>
                  <a:pt x="0" y="0"/>
                </a:moveTo>
                <a:lnTo>
                  <a:pt x="0" y="77727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120"/>
          <p:cNvSpPr/>
          <p:nvPr/>
        </p:nvSpPr>
        <p:spPr>
          <a:xfrm>
            <a:off x="6260953" y="4537798"/>
            <a:ext cx="21924" cy="79312"/>
          </a:xfrm>
          <a:custGeom>
            <a:avLst/>
            <a:gdLst/>
            <a:ahLst/>
            <a:cxnLst/>
            <a:rect l="l" t="t" r="r" b="b"/>
            <a:pathLst>
              <a:path w="21924" h="79312">
                <a:moveTo>
                  <a:pt x="0" y="0"/>
                </a:moveTo>
                <a:lnTo>
                  <a:pt x="21924" y="79312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120"/>
          <p:cNvSpPr/>
          <p:nvPr/>
        </p:nvSpPr>
        <p:spPr>
          <a:xfrm>
            <a:off x="6282877" y="4617110"/>
            <a:ext cx="48024" cy="72968"/>
          </a:xfrm>
          <a:custGeom>
            <a:avLst/>
            <a:gdLst/>
            <a:ahLst/>
            <a:cxnLst/>
            <a:rect l="l" t="t" r="r" b="b"/>
            <a:pathLst>
              <a:path w="48024" h="72968">
                <a:moveTo>
                  <a:pt x="0" y="0"/>
                </a:moveTo>
                <a:lnTo>
                  <a:pt x="48024" y="72968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120"/>
          <p:cNvSpPr/>
          <p:nvPr/>
        </p:nvSpPr>
        <p:spPr>
          <a:xfrm>
            <a:off x="6330901" y="4690078"/>
            <a:ext cx="69949" cy="47587"/>
          </a:xfrm>
          <a:custGeom>
            <a:avLst/>
            <a:gdLst/>
            <a:ahLst/>
            <a:cxnLst/>
            <a:rect l="l" t="t" r="r" b="b"/>
            <a:pathLst>
              <a:path w="69949" h="47587">
                <a:moveTo>
                  <a:pt x="0" y="0"/>
                </a:moveTo>
                <a:lnTo>
                  <a:pt x="69949" y="47587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120"/>
          <p:cNvSpPr/>
          <p:nvPr/>
        </p:nvSpPr>
        <p:spPr>
          <a:xfrm>
            <a:off x="6400850" y="4737665"/>
            <a:ext cx="93960" cy="36484"/>
          </a:xfrm>
          <a:custGeom>
            <a:avLst/>
            <a:gdLst/>
            <a:ahLst/>
            <a:cxnLst/>
            <a:rect l="l" t="t" r="r" b="b"/>
            <a:pathLst>
              <a:path w="93960" h="36484">
                <a:moveTo>
                  <a:pt x="0" y="0"/>
                </a:moveTo>
                <a:lnTo>
                  <a:pt x="93960" y="36484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120"/>
          <p:cNvSpPr/>
          <p:nvPr/>
        </p:nvSpPr>
        <p:spPr>
          <a:xfrm>
            <a:off x="6494810" y="4761459"/>
            <a:ext cx="115885" cy="12690"/>
          </a:xfrm>
          <a:custGeom>
            <a:avLst/>
            <a:gdLst/>
            <a:ahLst/>
            <a:cxnLst/>
            <a:rect l="l" t="t" r="r" b="b"/>
            <a:pathLst>
              <a:path w="115885" h="12690">
                <a:moveTo>
                  <a:pt x="0" y="12690"/>
                </a:moveTo>
                <a:lnTo>
                  <a:pt x="115885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é ligne 120"/>
          <p:cNvSpPr/>
          <p:nvPr/>
        </p:nvSpPr>
        <p:spPr>
          <a:xfrm>
            <a:off x="6610695" y="4731320"/>
            <a:ext cx="66816" cy="30139"/>
          </a:xfrm>
          <a:custGeom>
            <a:avLst/>
            <a:gdLst/>
            <a:ahLst/>
            <a:cxnLst/>
            <a:rect l="l" t="t" r="r" b="b"/>
            <a:pathLst>
              <a:path w="66816" h="30139">
                <a:moveTo>
                  <a:pt x="0" y="30139"/>
                </a:moveTo>
                <a:lnTo>
                  <a:pt x="66816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cé ligne 120"/>
          <p:cNvSpPr/>
          <p:nvPr/>
        </p:nvSpPr>
        <p:spPr>
          <a:xfrm>
            <a:off x="6677511" y="4683733"/>
            <a:ext cx="55332" cy="47587"/>
          </a:xfrm>
          <a:custGeom>
            <a:avLst/>
            <a:gdLst/>
            <a:ahLst/>
            <a:cxnLst/>
            <a:rect l="l" t="t" r="r" b="b"/>
            <a:pathLst>
              <a:path w="55332" h="47587">
                <a:moveTo>
                  <a:pt x="0" y="47587"/>
                </a:moveTo>
                <a:lnTo>
                  <a:pt x="55332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é ligne 120"/>
          <p:cNvSpPr/>
          <p:nvPr/>
        </p:nvSpPr>
        <p:spPr>
          <a:xfrm>
            <a:off x="6732843" y="4623455"/>
            <a:ext cx="40717" cy="60278"/>
          </a:xfrm>
          <a:custGeom>
            <a:avLst/>
            <a:gdLst/>
            <a:ahLst/>
            <a:cxnLst/>
            <a:rect l="l" t="t" r="r" b="b"/>
            <a:pathLst>
              <a:path w="40717" h="60278">
                <a:moveTo>
                  <a:pt x="0" y="60278"/>
                </a:moveTo>
                <a:lnTo>
                  <a:pt x="40717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é ligne 120"/>
          <p:cNvSpPr/>
          <p:nvPr/>
        </p:nvSpPr>
        <p:spPr>
          <a:xfrm>
            <a:off x="6773560" y="4550488"/>
            <a:ext cx="24012" cy="72967"/>
          </a:xfrm>
          <a:custGeom>
            <a:avLst/>
            <a:gdLst/>
            <a:ahLst/>
            <a:cxnLst/>
            <a:rect l="l" t="t" r="r" b="b"/>
            <a:pathLst>
              <a:path w="24012" h="72967">
                <a:moveTo>
                  <a:pt x="0" y="72967"/>
                </a:moveTo>
                <a:lnTo>
                  <a:pt x="24012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acé ligne 120"/>
          <p:cNvSpPr/>
          <p:nvPr/>
        </p:nvSpPr>
        <p:spPr>
          <a:xfrm>
            <a:off x="6797572" y="4471175"/>
            <a:ext cx="2088" cy="79313"/>
          </a:xfrm>
          <a:custGeom>
            <a:avLst/>
            <a:gdLst/>
            <a:ahLst/>
            <a:cxnLst/>
            <a:rect l="l" t="t" r="r" b="b"/>
            <a:pathLst>
              <a:path w="2088" h="79313">
                <a:moveTo>
                  <a:pt x="0" y="79313"/>
                </a:moveTo>
                <a:lnTo>
                  <a:pt x="2088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é ligne 120"/>
          <p:cNvSpPr/>
          <p:nvPr/>
        </p:nvSpPr>
        <p:spPr>
          <a:xfrm>
            <a:off x="6780868" y="4399794"/>
            <a:ext cx="18792" cy="71381"/>
          </a:xfrm>
          <a:custGeom>
            <a:avLst/>
            <a:gdLst/>
            <a:ahLst/>
            <a:cxnLst/>
            <a:rect l="l" t="t" r="r" b="b"/>
            <a:pathLst>
              <a:path w="18792" h="71381">
                <a:moveTo>
                  <a:pt x="18792" y="71381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cé ligne 120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cé ligne 120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cé ligne 120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acé ligne 120"/>
          <p:cNvSpPr/>
          <p:nvPr/>
        </p:nvSpPr>
        <p:spPr>
          <a:xfrm>
            <a:off x="6648279" y="3847775"/>
            <a:ext cx="97092" cy="266492"/>
          </a:xfrm>
          <a:custGeom>
            <a:avLst/>
            <a:gdLst/>
            <a:ahLst/>
            <a:cxnLst/>
            <a:rect l="l" t="t" r="r" b="b"/>
            <a:pathLst>
              <a:path w="97092" h="266492">
                <a:moveTo>
                  <a:pt x="0" y="266492"/>
                </a:moveTo>
                <a:lnTo>
                  <a:pt x="97092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racé ligne 120"/>
          <p:cNvSpPr/>
          <p:nvPr/>
        </p:nvSpPr>
        <p:spPr>
          <a:xfrm>
            <a:off x="6745371" y="3812877"/>
            <a:ext cx="15661" cy="34898"/>
          </a:xfrm>
          <a:custGeom>
            <a:avLst/>
            <a:gdLst/>
            <a:ahLst/>
            <a:cxnLst/>
            <a:rect l="l" t="t" r="r" b="b"/>
            <a:pathLst>
              <a:path w="15661" h="34898">
                <a:moveTo>
                  <a:pt x="0" y="34898"/>
                </a:moveTo>
                <a:lnTo>
                  <a:pt x="15661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cé ligne 120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cé ligne 120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cé ligne 120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D28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120 – RATP Cap Boucles de Marne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206"/>
          <p:cNvSpPr/>
          <p:nvPr/>
        </p:nvSpPr>
        <p:spPr>
          <a:xfrm>
            <a:off x="4996782" y="4296687"/>
            <a:ext cx="1802878" cy="2561313"/>
          </a:xfrm>
          <a:custGeom>
            <a:avLst/>
            <a:gdLst/>
            <a:ahLst/>
            <a:cxnLst/>
            <a:rect l="l" t="t" r="r" b="b"/>
            <a:pathLst>
              <a:path w="1802878" h="2561313">
                <a:moveTo>
                  <a:pt x="0" y="2561313"/>
                </a:moveTo>
                <a:lnTo>
                  <a:pt x="162745" y="2334936"/>
                </a:lnTo>
                <a:lnTo>
                  <a:pt x="748432" y="1481550"/>
                </a:lnTo>
                <a:lnTo>
                  <a:pt x="1498028" y="477462"/>
                </a:lnTo>
                <a:lnTo>
                  <a:pt x="1613913" y="464772"/>
                </a:lnTo>
                <a:lnTo>
                  <a:pt x="1680729" y="434633"/>
                </a:lnTo>
                <a:lnTo>
                  <a:pt x="1736061" y="387046"/>
                </a:lnTo>
                <a:lnTo>
                  <a:pt x="1776778" y="326768"/>
                </a:lnTo>
                <a:lnTo>
                  <a:pt x="1800790" y="253801"/>
                </a:lnTo>
                <a:lnTo>
                  <a:pt x="1802878" y="174488"/>
                </a:lnTo>
                <a:lnTo>
                  <a:pt x="1784086" y="103107"/>
                </a:lnTo>
                <a:lnTo>
                  <a:pt x="1754853" y="47588"/>
                </a:lnTo>
                <a:lnTo>
                  <a:pt x="1714137" y="0"/>
                </a:lnTo>
              </a:path>
            </a:pathLst>
          </a:custGeom>
          <a:noFill/>
          <a:ln w="50800">
            <a:solidFill>
              <a:srgbClr val="6E4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206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4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206"/>
          <p:cNvSpPr/>
          <p:nvPr/>
        </p:nvSpPr>
        <p:spPr>
          <a:xfrm>
            <a:off x="6631575" y="3720874"/>
            <a:ext cx="833116" cy="526639"/>
          </a:xfrm>
          <a:custGeom>
            <a:avLst/>
            <a:gdLst/>
            <a:ahLst/>
            <a:cxnLst/>
            <a:rect l="l" t="t" r="r" b="b"/>
            <a:pathLst>
              <a:path w="833116" h="526639">
                <a:moveTo>
                  <a:pt x="0" y="526639"/>
                </a:moveTo>
                <a:lnTo>
                  <a:pt x="16704" y="393393"/>
                </a:lnTo>
                <a:lnTo>
                  <a:pt x="129457" y="92003"/>
                </a:lnTo>
                <a:lnTo>
                  <a:pt x="192097" y="19035"/>
                </a:lnTo>
                <a:lnTo>
                  <a:pt x="228637" y="6345"/>
                </a:lnTo>
                <a:lnTo>
                  <a:pt x="833116" y="0"/>
                </a:lnTo>
              </a:path>
            </a:pathLst>
          </a:custGeom>
          <a:noFill/>
          <a:ln w="50800">
            <a:solidFill>
              <a:srgbClr val="6E4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206"/>
          <p:cNvSpPr/>
          <p:nvPr/>
        </p:nvSpPr>
        <p:spPr>
          <a:xfrm>
            <a:off x="6710919" y="4180890"/>
            <a:ext cx="352874" cy="115797"/>
          </a:xfrm>
          <a:custGeom>
            <a:avLst/>
            <a:gdLst/>
            <a:ahLst/>
            <a:cxnLst/>
            <a:rect l="l" t="t" r="r" b="b"/>
            <a:pathLst>
              <a:path w="352874" h="115797">
                <a:moveTo>
                  <a:pt x="352874" y="0"/>
                </a:moveTo>
                <a:lnTo>
                  <a:pt x="225505" y="0"/>
                </a:lnTo>
                <a:lnTo>
                  <a:pt x="0" y="115797"/>
                </a:lnTo>
              </a:path>
            </a:pathLst>
          </a:custGeom>
          <a:noFill/>
          <a:ln w="50800">
            <a:solidFill>
              <a:srgbClr val="6E4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206"/>
          <p:cNvSpPr/>
          <p:nvPr/>
        </p:nvSpPr>
        <p:spPr>
          <a:xfrm>
            <a:off x="4664350" y="4230064"/>
            <a:ext cx="1967225" cy="2627936"/>
          </a:xfrm>
          <a:custGeom>
            <a:avLst/>
            <a:gdLst/>
            <a:ahLst/>
            <a:cxnLst/>
            <a:rect l="l" t="t" r="r" b="b"/>
            <a:pathLst>
              <a:path w="1967225" h="2627936">
                <a:moveTo>
                  <a:pt x="1967225" y="17449"/>
                </a:moveTo>
                <a:lnTo>
                  <a:pt x="1888924" y="0"/>
                </a:lnTo>
                <a:lnTo>
                  <a:pt x="1805404" y="6345"/>
                </a:lnTo>
                <a:lnTo>
                  <a:pt x="1728148" y="36484"/>
                </a:lnTo>
                <a:lnTo>
                  <a:pt x="1663419" y="90417"/>
                </a:lnTo>
                <a:lnTo>
                  <a:pt x="1617483" y="157040"/>
                </a:lnTo>
                <a:lnTo>
                  <a:pt x="1596603" y="230007"/>
                </a:lnTo>
                <a:lnTo>
                  <a:pt x="1596603" y="307734"/>
                </a:lnTo>
                <a:lnTo>
                  <a:pt x="1618527" y="387046"/>
                </a:lnTo>
                <a:lnTo>
                  <a:pt x="1308457" y="853403"/>
                </a:lnTo>
                <a:lnTo>
                  <a:pt x="887723" y="1427620"/>
                </a:lnTo>
                <a:lnTo>
                  <a:pt x="692494" y="1711554"/>
                </a:lnTo>
                <a:lnTo>
                  <a:pt x="0" y="2627936"/>
                </a:lnTo>
              </a:path>
            </a:pathLst>
          </a:custGeom>
          <a:noFill/>
          <a:ln w="50800">
            <a:solidFill>
              <a:srgbClr val="6E4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206 – Keolis Grand Paris Vallée de la Marne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207"/>
          <p:cNvSpPr/>
          <p:nvPr/>
        </p:nvSpPr>
        <p:spPr>
          <a:xfrm>
            <a:off x="4996782" y="4296687"/>
            <a:ext cx="1802878" cy="2561313"/>
          </a:xfrm>
          <a:custGeom>
            <a:avLst/>
            <a:gdLst/>
            <a:ahLst/>
            <a:cxnLst/>
            <a:rect l="l" t="t" r="r" b="b"/>
            <a:pathLst>
              <a:path w="1802878" h="2561313">
                <a:moveTo>
                  <a:pt x="0" y="2561313"/>
                </a:moveTo>
                <a:lnTo>
                  <a:pt x="162745" y="2334936"/>
                </a:lnTo>
                <a:lnTo>
                  <a:pt x="748432" y="1481550"/>
                </a:lnTo>
                <a:lnTo>
                  <a:pt x="1498028" y="477462"/>
                </a:lnTo>
                <a:lnTo>
                  <a:pt x="1613913" y="464772"/>
                </a:lnTo>
                <a:lnTo>
                  <a:pt x="1680729" y="434633"/>
                </a:lnTo>
                <a:lnTo>
                  <a:pt x="1736061" y="387046"/>
                </a:lnTo>
                <a:lnTo>
                  <a:pt x="1776778" y="326768"/>
                </a:lnTo>
                <a:lnTo>
                  <a:pt x="1800790" y="253801"/>
                </a:lnTo>
                <a:lnTo>
                  <a:pt x="1802878" y="174488"/>
                </a:lnTo>
                <a:lnTo>
                  <a:pt x="1784086" y="103107"/>
                </a:lnTo>
                <a:lnTo>
                  <a:pt x="1754853" y="47588"/>
                </a:lnTo>
                <a:lnTo>
                  <a:pt x="1714137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207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207"/>
          <p:cNvSpPr/>
          <p:nvPr/>
        </p:nvSpPr>
        <p:spPr>
          <a:xfrm>
            <a:off x="6631575" y="3720874"/>
            <a:ext cx="833116" cy="526639"/>
          </a:xfrm>
          <a:custGeom>
            <a:avLst/>
            <a:gdLst/>
            <a:ahLst/>
            <a:cxnLst/>
            <a:rect l="l" t="t" r="r" b="b"/>
            <a:pathLst>
              <a:path w="833116" h="526639">
                <a:moveTo>
                  <a:pt x="0" y="526639"/>
                </a:moveTo>
                <a:lnTo>
                  <a:pt x="16704" y="393393"/>
                </a:lnTo>
                <a:lnTo>
                  <a:pt x="129457" y="92003"/>
                </a:lnTo>
                <a:lnTo>
                  <a:pt x="192097" y="19035"/>
                </a:lnTo>
                <a:lnTo>
                  <a:pt x="228637" y="6345"/>
                </a:lnTo>
                <a:lnTo>
                  <a:pt x="833116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207"/>
          <p:cNvSpPr/>
          <p:nvPr/>
        </p:nvSpPr>
        <p:spPr>
          <a:xfrm>
            <a:off x="6710919" y="4174545"/>
            <a:ext cx="1102470" cy="122142"/>
          </a:xfrm>
          <a:custGeom>
            <a:avLst/>
            <a:gdLst/>
            <a:ahLst/>
            <a:cxnLst/>
            <a:rect l="l" t="t" r="r" b="b"/>
            <a:pathLst>
              <a:path w="1102470" h="122142">
                <a:moveTo>
                  <a:pt x="1102470" y="0"/>
                </a:moveTo>
                <a:lnTo>
                  <a:pt x="225505" y="6345"/>
                </a:lnTo>
                <a:lnTo>
                  <a:pt x="0" y="122142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207"/>
          <p:cNvSpPr/>
          <p:nvPr/>
        </p:nvSpPr>
        <p:spPr>
          <a:xfrm>
            <a:off x="4664350" y="4230064"/>
            <a:ext cx="1967225" cy="2627936"/>
          </a:xfrm>
          <a:custGeom>
            <a:avLst/>
            <a:gdLst/>
            <a:ahLst/>
            <a:cxnLst/>
            <a:rect l="l" t="t" r="r" b="b"/>
            <a:pathLst>
              <a:path w="1967225" h="2627936">
                <a:moveTo>
                  <a:pt x="1967225" y="17449"/>
                </a:moveTo>
                <a:lnTo>
                  <a:pt x="1888924" y="0"/>
                </a:lnTo>
                <a:lnTo>
                  <a:pt x="1805404" y="6345"/>
                </a:lnTo>
                <a:lnTo>
                  <a:pt x="1728148" y="36484"/>
                </a:lnTo>
                <a:lnTo>
                  <a:pt x="1663419" y="90417"/>
                </a:lnTo>
                <a:lnTo>
                  <a:pt x="1617483" y="157040"/>
                </a:lnTo>
                <a:lnTo>
                  <a:pt x="1596603" y="230007"/>
                </a:lnTo>
                <a:lnTo>
                  <a:pt x="1596603" y="307734"/>
                </a:lnTo>
                <a:lnTo>
                  <a:pt x="1618527" y="387046"/>
                </a:lnTo>
                <a:lnTo>
                  <a:pt x="1308457" y="853403"/>
                </a:lnTo>
                <a:lnTo>
                  <a:pt x="887723" y="1427620"/>
                </a:lnTo>
                <a:lnTo>
                  <a:pt x="692494" y="1711554"/>
                </a:lnTo>
                <a:lnTo>
                  <a:pt x="0" y="2627936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207 – Keolis Grand Paris Vallée de la Marne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303"/>
          <p:cNvSpPr/>
          <p:nvPr/>
        </p:nvSpPr>
        <p:spPr>
          <a:xfrm>
            <a:off x="3494338" y="0"/>
            <a:ext cx="781" cy="91409"/>
          </a:xfrm>
          <a:custGeom>
            <a:avLst/>
            <a:gdLst/>
            <a:ahLst/>
            <a:cxnLst/>
            <a:rect l="l" t="t" r="r" b="b"/>
            <a:pathLst>
              <a:path w="781" h="91409">
                <a:moveTo>
                  <a:pt x="781" y="0"/>
                </a:moveTo>
                <a:lnTo>
                  <a:pt x="0" y="91409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303"/>
          <p:cNvSpPr/>
          <p:nvPr/>
        </p:nvSpPr>
        <p:spPr>
          <a:xfrm>
            <a:off x="3494338" y="91409"/>
            <a:ext cx="43848" cy="107871"/>
          </a:xfrm>
          <a:custGeom>
            <a:avLst/>
            <a:gdLst/>
            <a:ahLst/>
            <a:cxnLst/>
            <a:rect l="l" t="t" r="r" b="b"/>
            <a:pathLst>
              <a:path w="43848" h="107871">
                <a:moveTo>
                  <a:pt x="0" y="0"/>
                </a:moveTo>
                <a:lnTo>
                  <a:pt x="43848" y="107871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303"/>
          <p:cNvSpPr/>
          <p:nvPr/>
        </p:nvSpPr>
        <p:spPr>
          <a:xfrm>
            <a:off x="3538186" y="199280"/>
            <a:ext cx="63685" cy="72972"/>
          </a:xfrm>
          <a:custGeom>
            <a:avLst/>
            <a:gdLst/>
            <a:ahLst/>
            <a:cxnLst/>
            <a:rect l="l" t="t" r="r" b="b"/>
            <a:pathLst>
              <a:path w="63685" h="72972">
                <a:moveTo>
                  <a:pt x="0" y="0"/>
                </a:moveTo>
                <a:lnTo>
                  <a:pt x="63685" y="72972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303"/>
          <p:cNvSpPr/>
          <p:nvPr/>
        </p:nvSpPr>
        <p:spPr>
          <a:xfrm>
            <a:off x="3601871" y="272252"/>
            <a:ext cx="81432" cy="47590"/>
          </a:xfrm>
          <a:custGeom>
            <a:avLst/>
            <a:gdLst/>
            <a:ahLst/>
            <a:cxnLst/>
            <a:rect l="l" t="t" r="r" b="b"/>
            <a:pathLst>
              <a:path w="81432" h="47590">
                <a:moveTo>
                  <a:pt x="0" y="0"/>
                </a:moveTo>
                <a:lnTo>
                  <a:pt x="81432" y="4759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303"/>
          <p:cNvSpPr/>
          <p:nvPr/>
        </p:nvSpPr>
        <p:spPr>
          <a:xfrm>
            <a:off x="3683303" y="319842"/>
            <a:ext cx="92917" cy="19036"/>
          </a:xfrm>
          <a:custGeom>
            <a:avLst/>
            <a:gdLst/>
            <a:ahLst/>
            <a:cxnLst/>
            <a:rect l="l" t="t" r="r" b="b"/>
            <a:pathLst>
              <a:path w="92917" h="19036">
                <a:moveTo>
                  <a:pt x="0" y="0"/>
                </a:moveTo>
                <a:lnTo>
                  <a:pt x="92917" y="19036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303"/>
          <p:cNvSpPr/>
          <p:nvPr/>
        </p:nvSpPr>
        <p:spPr>
          <a:xfrm>
            <a:off x="3776220" y="326187"/>
            <a:ext cx="92916" cy="12691"/>
          </a:xfrm>
          <a:custGeom>
            <a:avLst/>
            <a:gdLst/>
            <a:ahLst/>
            <a:cxnLst/>
            <a:rect l="l" t="t" r="r" b="b"/>
            <a:pathLst>
              <a:path w="92916" h="12691">
                <a:moveTo>
                  <a:pt x="0" y="12691"/>
                </a:moveTo>
                <a:lnTo>
                  <a:pt x="92916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303"/>
          <p:cNvSpPr/>
          <p:nvPr/>
        </p:nvSpPr>
        <p:spPr>
          <a:xfrm>
            <a:off x="3869136" y="326187"/>
            <a:ext cx="212977" cy="326785"/>
          </a:xfrm>
          <a:custGeom>
            <a:avLst/>
            <a:gdLst/>
            <a:ahLst/>
            <a:cxnLst/>
            <a:rect l="l" t="t" r="r" b="b"/>
            <a:pathLst>
              <a:path w="212977" h="326785">
                <a:moveTo>
                  <a:pt x="0" y="0"/>
                </a:moveTo>
                <a:lnTo>
                  <a:pt x="212977" y="326785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303"/>
          <p:cNvSpPr/>
          <p:nvPr/>
        </p:nvSpPr>
        <p:spPr>
          <a:xfrm>
            <a:off x="4082113" y="652972"/>
            <a:ext cx="514695" cy="889926"/>
          </a:xfrm>
          <a:custGeom>
            <a:avLst/>
            <a:gdLst/>
            <a:ahLst/>
            <a:cxnLst/>
            <a:rect l="l" t="t" r="r" b="b"/>
            <a:pathLst>
              <a:path w="514695" h="889926">
                <a:moveTo>
                  <a:pt x="0" y="0"/>
                </a:moveTo>
                <a:lnTo>
                  <a:pt x="514695" y="889926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303"/>
          <p:cNvSpPr/>
          <p:nvPr/>
        </p:nvSpPr>
        <p:spPr>
          <a:xfrm>
            <a:off x="4596808" y="1542898"/>
            <a:ext cx="1259071" cy="2081213"/>
          </a:xfrm>
          <a:custGeom>
            <a:avLst/>
            <a:gdLst/>
            <a:ahLst/>
            <a:cxnLst/>
            <a:rect l="l" t="t" r="r" b="b"/>
            <a:pathLst>
              <a:path w="1259071" h="2081213">
                <a:moveTo>
                  <a:pt x="0" y="0"/>
                </a:moveTo>
                <a:lnTo>
                  <a:pt x="1259071" y="2081213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303"/>
          <p:cNvSpPr/>
          <p:nvPr/>
        </p:nvSpPr>
        <p:spPr>
          <a:xfrm>
            <a:off x="5855879" y="3624111"/>
            <a:ext cx="139896" cy="242699"/>
          </a:xfrm>
          <a:custGeom>
            <a:avLst/>
            <a:gdLst/>
            <a:ahLst/>
            <a:cxnLst/>
            <a:rect l="l" t="t" r="r" b="b"/>
            <a:pathLst>
              <a:path w="139896" h="242699">
                <a:moveTo>
                  <a:pt x="0" y="0"/>
                </a:moveTo>
                <a:lnTo>
                  <a:pt x="139896" y="242699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303"/>
          <p:cNvSpPr/>
          <p:nvPr/>
        </p:nvSpPr>
        <p:spPr>
          <a:xfrm>
            <a:off x="5995775" y="3866810"/>
            <a:ext cx="265178" cy="593261"/>
          </a:xfrm>
          <a:custGeom>
            <a:avLst/>
            <a:gdLst/>
            <a:ahLst/>
            <a:cxnLst/>
            <a:rect l="l" t="t" r="r" b="b"/>
            <a:pathLst>
              <a:path w="265178" h="593261">
                <a:moveTo>
                  <a:pt x="0" y="0"/>
                </a:moveTo>
                <a:lnTo>
                  <a:pt x="265178" y="593261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303"/>
          <p:cNvSpPr/>
          <p:nvPr/>
        </p:nvSpPr>
        <p:spPr>
          <a:xfrm>
            <a:off x="6260953" y="4460071"/>
            <a:ext cx="0" cy="77727"/>
          </a:xfrm>
          <a:custGeom>
            <a:avLst/>
            <a:gdLst/>
            <a:ahLst/>
            <a:cxnLst/>
            <a:rect l="l" t="t" r="r" b="b"/>
            <a:pathLst>
              <a:path w="0" h="77727">
                <a:moveTo>
                  <a:pt x="0" y="0"/>
                </a:moveTo>
                <a:lnTo>
                  <a:pt x="0" y="77727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303"/>
          <p:cNvSpPr/>
          <p:nvPr/>
        </p:nvSpPr>
        <p:spPr>
          <a:xfrm>
            <a:off x="6260953" y="4537798"/>
            <a:ext cx="21924" cy="79312"/>
          </a:xfrm>
          <a:custGeom>
            <a:avLst/>
            <a:gdLst/>
            <a:ahLst/>
            <a:cxnLst/>
            <a:rect l="l" t="t" r="r" b="b"/>
            <a:pathLst>
              <a:path w="21924" h="79312">
                <a:moveTo>
                  <a:pt x="0" y="0"/>
                </a:moveTo>
                <a:lnTo>
                  <a:pt x="21924" y="79312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303"/>
          <p:cNvSpPr/>
          <p:nvPr/>
        </p:nvSpPr>
        <p:spPr>
          <a:xfrm>
            <a:off x="6282877" y="4617110"/>
            <a:ext cx="48024" cy="72968"/>
          </a:xfrm>
          <a:custGeom>
            <a:avLst/>
            <a:gdLst/>
            <a:ahLst/>
            <a:cxnLst/>
            <a:rect l="l" t="t" r="r" b="b"/>
            <a:pathLst>
              <a:path w="48024" h="72968">
                <a:moveTo>
                  <a:pt x="0" y="0"/>
                </a:moveTo>
                <a:lnTo>
                  <a:pt x="48024" y="72968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303"/>
          <p:cNvSpPr/>
          <p:nvPr/>
        </p:nvSpPr>
        <p:spPr>
          <a:xfrm>
            <a:off x="6330901" y="4690078"/>
            <a:ext cx="69949" cy="47587"/>
          </a:xfrm>
          <a:custGeom>
            <a:avLst/>
            <a:gdLst/>
            <a:ahLst/>
            <a:cxnLst/>
            <a:rect l="l" t="t" r="r" b="b"/>
            <a:pathLst>
              <a:path w="69949" h="47587">
                <a:moveTo>
                  <a:pt x="0" y="0"/>
                </a:moveTo>
                <a:lnTo>
                  <a:pt x="69949" y="47587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303"/>
          <p:cNvSpPr/>
          <p:nvPr/>
        </p:nvSpPr>
        <p:spPr>
          <a:xfrm>
            <a:off x="6400850" y="4737665"/>
            <a:ext cx="93960" cy="36484"/>
          </a:xfrm>
          <a:custGeom>
            <a:avLst/>
            <a:gdLst/>
            <a:ahLst/>
            <a:cxnLst/>
            <a:rect l="l" t="t" r="r" b="b"/>
            <a:pathLst>
              <a:path w="93960" h="36484">
                <a:moveTo>
                  <a:pt x="0" y="0"/>
                </a:moveTo>
                <a:lnTo>
                  <a:pt x="93960" y="36484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303"/>
          <p:cNvSpPr/>
          <p:nvPr/>
        </p:nvSpPr>
        <p:spPr>
          <a:xfrm>
            <a:off x="6494810" y="4761459"/>
            <a:ext cx="115885" cy="12690"/>
          </a:xfrm>
          <a:custGeom>
            <a:avLst/>
            <a:gdLst/>
            <a:ahLst/>
            <a:cxnLst/>
            <a:rect l="l" t="t" r="r" b="b"/>
            <a:pathLst>
              <a:path w="115885" h="12690">
                <a:moveTo>
                  <a:pt x="0" y="12690"/>
                </a:moveTo>
                <a:lnTo>
                  <a:pt x="115885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303"/>
          <p:cNvSpPr/>
          <p:nvPr/>
        </p:nvSpPr>
        <p:spPr>
          <a:xfrm>
            <a:off x="6610695" y="4731320"/>
            <a:ext cx="66816" cy="30139"/>
          </a:xfrm>
          <a:custGeom>
            <a:avLst/>
            <a:gdLst/>
            <a:ahLst/>
            <a:cxnLst/>
            <a:rect l="l" t="t" r="r" b="b"/>
            <a:pathLst>
              <a:path w="66816" h="30139">
                <a:moveTo>
                  <a:pt x="0" y="30139"/>
                </a:moveTo>
                <a:lnTo>
                  <a:pt x="66816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303"/>
          <p:cNvSpPr/>
          <p:nvPr/>
        </p:nvSpPr>
        <p:spPr>
          <a:xfrm>
            <a:off x="6677511" y="4683733"/>
            <a:ext cx="55332" cy="47587"/>
          </a:xfrm>
          <a:custGeom>
            <a:avLst/>
            <a:gdLst/>
            <a:ahLst/>
            <a:cxnLst/>
            <a:rect l="l" t="t" r="r" b="b"/>
            <a:pathLst>
              <a:path w="55332" h="47587">
                <a:moveTo>
                  <a:pt x="0" y="47587"/>
                </a:moveTo>
                <a:lnTo>
                  <a:pt x="55332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303"/>
          <p:cNvSpPr/>
          <p:nvPr/>
        </p:nvSpPr>
        <p:spPr>
          <a:xfrm>
            <a:off x="6732843" y="4623455"/>
            <a:ext cx="40717" cy="60278"/>
          </a:xfrm>
          <a:custGeom>
            <a:avLst/>
            <a:gdLst/>
            <a:ahLst/>
            <a:cxnLst/>
            <a:rect l="l" t="t" r="r" b="b"/>
            <a:pathLst>
              <a:path w="40717" h="60278">
                <a:moveTo>
                  <a:pt x="0" y="60278"/>
                </a:moveTo>
                <a:lnTo>
                  <a:pt x="40717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303"/>
          <p:cNvSpPr/>
          <p:nvPr/>
        </p:nvSpPr>
        <p:spPr>
          <a:xfrm>
            <a:off x="6773560" y="4550488"/>
            <a:ext cx="24012" cy="72967"/>
          </a:xfrm>
          <a:custGeom>
            <a:avLst/>
            <a:gdLst/>
            <a:ahLst/>
            <a:cxnLst/>
            <a:rect l="l" t="t" r="r" b="b"/>
            <a:pathLst>
              <a:path w="24012" h="72967">
                <a:moveTo>
                  <a:pt x="0" y="72967"/>
                </a:moveTo>
                <a:lnTo>
                  <a:pt x="24012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é ligne 303"/>
          <p:cNvSpPr/>
          <p:nvPr/>
        </p:nvSpPr>
        <p:spPr>
          <a:xfrm>
            <a:off x="6797572" y="4471175"/>
            <a:ext cx="2088" cy="79313"/>
          </a:xfrm>
          <a:custGeom>
            <a:avLst/>
            <a:gdLst/>
            <a:ahLst/>
            <a:cxnLst/>
            <a:rect l="l" t="t" r="r" b="b"/>
            <a:pathLst>
              <a:path w="2088" h="79313">
                <a:moveTo>
                  <a:pt x="0" y="79313"/>
                </a:moveTo>
                <a:lnTo>
                  <a:pt x="2088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cé ligne 303"/>
          <p:cNvSpPr/>
          <p:nvPr/>
        </p:nvSpPr>
        <p:spPr>
          <a:xfrm>
            <a:off x="6780868" y="4399794"/>
            <a:ext cx="18792" cy="71381"/>
          </a:xfrm>
          <a:custGeom>
            <a:avLst/>
            <a:gdLst/>
            <a:ahLst/>
            <a:cxnLst/>
            <a:rect l="l" t="t" r="r" b="b"/>
            <a:pathLst>
              <a:path w="18792" h="71381">
                <a:moveTo>
                  <a:pt x="18792" y="71381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é ligne 303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é ligne 303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acé ligne 303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é ligne 303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cé ligne 303"/>
          <p:cNvSpPr/>
          <p:nvPr/>
        </p:nvSpPr>
        <p:spPr>
          <a:xfrm>
            <a:off x="6648279" y="3847775"/>
            <a:ext cx="97092" cy="266492"/>
          </a:xfrm>
          <a:custGeom>
            <a:avLst/>
            <a:gdLst/>
            <a:ahLst/>
            <a:cxnLst/>
            <a:rect l="l" t="t" r="r" b="b"/>
            <a:pathLst>
              <a:path w="97092" h="266492">
                <a:moveTo>
                  <a:pt x="0" y="266492"/>
                </a:moveTo>
                <a:lnTo>
                  <a:pt x="97092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cé ligne 303"/>
          <p:cNvSpPr/>
          <p:nvPr/>
        </p:nvSpPr>
        <p:spPr>
          <a:xfrm>
            <a:off x="6745371" y="3812877"/>
            <a:ext cx="15661" cy="34898"/>
          </a:xfrm>
          <a:custGeom>
            <a:avLst/>
            <a:gdLst/>
            <a:ahLst/>
            <a:cxnLst/>
            <a:rect l="l" t="t" r="r" b="b"/>
            <a:pathLst>
              <a:path w="15661" h="34898">
                <a:moveTo>
                  <a:pt x="0" y="34898"/>
                </a:moveTo>
                <a:lnTo>
                  <a:pt x="15661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cé ligne 303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acé ligne 303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racé ligne 303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cé ligne 303"/>
          <p:cNvSpPr/>
          <p:nvPr/>
        </p:nvSpPr>
        <p:spPr>
          <a:xfrm>
            <a:off x="6936424" y="4169787"/>
            <a:ext cx="1533645" cy="11103"/>
          </a:xfrm>
          <a:custGeom>
            <a:avLst/>
            <a:gdLst/>
            <a:ahLst/>
            <a:cxnLst/>
            <a:rect l="l" t="t" r="r" b="b"/>
            <a:pathLst>
              <a:path w="1533645" h="11103">
                <a:moveTo>
                  <a:pt x="1533645" y="0"/>
                </a:moveTo>
                <a:lnTo>
                  <a:pt x="0" y="11103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cé ligne 303"/>
          <p:cNvSpPr/>
          <p:nvPr/>
        </p:nvSpPr>
        <p:spPr>
          <a:xfrm>
            <a:off x="6710919" y="4180890"/>
            <a:ext cx="225505" cy="115797"/>
          </a:xfrm>
          <a:custGeom>
            <a:avLst/>
            <a:gdLst/>
            <a:ahLst/>
            <a:cxnLst/>
            <a:rect l="l" t="t" r="r" b="b"/>
            <a:pathLst>
              <a:path w="225505" h="115797">
                <a:moveTo>
                  <a:pt x="225505" y="0"/>
                </a:moveTo>
                <a:lnTo>
                  <a:pt x="0" y="115797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cé ligne 303"/>
          <p:cNvSpPr/>
          <p:nvPr/>
        </p:nvSpPr>
        <p:spPr>
          <a:xfrm>
            <a:off x="6553274" y="4230064"/>
            <a:ext cx="78301" cy="17449"/>
          </a:xfrm>
          <a:custGeom>
            <a:avLst/>
            <a:gdLst/>
            <a:ahLst/>
            <a:cxnLst/>
            <a:rect l="l" t="t" r="r" b="b"/>
            <a:pathLst>
              <a:path w="78301" h="17449">
                <a:moveTo>
                  <a:pt x="78301" y="1744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é ligne 303"/>
          <p:cNvSpPr/>
          <p:nvPr/>
        </p:nvSpPr>
        <p:spPr>
          <a:xfrm>
            <a:off x="5729554" y="2892838"/>
            <a:ext cx="823720" cy="1337226"/>
          </a:xfrm>
          <a:custGeom>
            <a:avLst/>
            <a:gdLst/>
            <a:ahLst/>
            <a:cxnLst/>
            <a:rect l="l" t="t" r="r" b="b"/>
            <a:pathLst>
              <a:path w="823720" h="1337226">
                <a:moveTo>
                  <a:pt x="823720" y="1337226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é ligne 303"/>
          <p:cNvSpPr/>
          <p:nvPr/>
        </p:nvSpPr>
        <p:spPr>
          <a:xfrm>
            <a:off x="5344316" y="2245631"/>
            <a:ext cx="385238" cy="647207"/>
          </a:xfrm>
          <a:custGeom>
            <a:avLst/>
            <a:gdLst/>
            <a:ahLst/>
            <a:cxnLst/>
            <a:rect l="l" t="t" r="r" b="b"/>
            <a:pathLst>
              <a:path w="385238" h="647207">
                <a:moveTo>
                  <a:pt x="385238" y="647207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é ligne 303"/>
          <p:cNvSpPr/>
          <p:nvPr/>
        </p:nvSpPr>
        <p:spPr>
          <a:xfrm>
            <a:off x="4846325" y="1362058"/>
            <a:ext cx="497991" cy="883573"/>
          </a:xfrm>
          <a:custGeom>
            <a:avLst/>
            <a:gdLst/>
            <a:ahLst/>
            <a:cxnLst/>
            <a:rect l="l" t="t" r="r" b="b"/>
            <a:pathLst>
              <a:path w="497991" h="883573">
                <a:moveTo>
                  <a:pt x="497991" y="88357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é ligne 303"/>
          <p:cNvSpPr/>
          <p:nvPr/>
        </p:nvSpPr>
        <p:spPr>
          <a:xfrm>
            <a:off x="4330587" y="495925"/>
            <a:ext cx="515738" cy="866133"/>
          </a:xfrm>
          <a:custGeom>
            <a:avLst/>
            <a:gdLst/>
            <a:ahLst/>
            <a:cxnLst/>
            <a:rect l="l" t="t" r="r" b="b"/>
            <a:pathLst>
              <a:path w="515738" h="866133">
                <a:moveTo>
                  <a:pt x="515738" y="86613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é ligne 303"/>
          <p:cNvSpPr/>
          <p:nvPr/>
        </p:nvSpPr>
        <p:spPr>
          <a:xfrm>
            <a:off x="4080025" y="126309"/>
            <a:ext cx="250562" cy="369616"/>
          </a:xfrm>
          <a:custGeom>
            <a:avLst/>
            <a:gdLst/>
            <a:ahLst/>
            <a:cxnLst/>
            <a:rect l="l" t="t" r="r" b="b"/>
            <a:pathLst>
              <a:path w="250562" h="369616">
                <a:moveTo>
                  <a:pt x="250562" y="369616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é ligne 303"/>
          <p:cNvSpPr/>
          <p:nvPr/>
        </p:nvSpPr>
        <p:spPr>
          <a:xfrm>
            <a:off x="4080025" y="24783"/>
            <a:ext cx="14616" cy="101526"/>
          </a:xfrm>
          <a:custGeom>
            <a:avLst/>
            <a:gdLst/>
            <a:ahLst/>
            <a:cxnLst/>
            <a:rect l="l" t="t" r="r" b="b"/>
            <a:pathLst>
              <a:path w="14616" h="101526">
                <a:moveTo>
                  <a:pt x="0" y="101526"/>
                </a:moveTo>
                <a:lnTo>
                  <a:pt x="14616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é ligne 303"/>
          <p:cNvSpPr/>
          <p:nvPr/>
        </p:nvSpPr>
        <p:spPr>
          <a:xfrm>
            <a:off x="4089372" y="0"/>
            <a:ext cx="5269" cy="24783"/>
          </a:xfrm>
          <a:custGeom>
            <a:avLst/>
            <a:gdLst/>
            <a:ahLst/>
            <a:cxnLst/>
            <a:rect l="l" t="t" r="r" b="b"/>
            <a:pathLst>
              <a:path w="5269" h="24783">
                <a:moveTo>
                  <a:pt x="5269" y="2478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6E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303 – RATP Cap Boucles de Marne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306"/>
          <p:cNvSpPr/>
          <p:nvPr/>
        </p:nvSpPr>
        <p:spPr>
          <a:xfrm>
            <a:off x="4996782" y="6631623"/>
            <a:ext cx="162745" cy="226377"/>
          </a:xfrm>
          <a:custGeom>
            <a:avLst/>
            <a:gdLst/>
            <a:ahLst/>
            <a:cxnLst/>
            <a:rect l="l" t="t" r="r" b="b"/>
            <a:pathLst>
              <a:path w="162745" h="226377">
                <a:moveTo>
                  <a:pt x="0" y="226377"/>
                </a:moveTo>
                <a:lnTo>
                  <a:pt x="162745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306"/>
          <p:cNvSpPr/>
          <p:nvPr/>
        </p:nvSpPr>
        <p:spPr>
          <a:xfrm>
            <a:off x="5159527" y="5778237"/>
            <a:ext cx="585687" cy="853386"/>
          </a:xfrm>
          <a:custGeom>
            <a:avLst/>
            <a:gdLst/>
            <a:ahLst/>
            <a:cxnLst/>
            <a:rect l="l" t="t" r="r" b="b"/>
            <a:pathLst>
              <a:path w="585687" h="853386">
                <a:moveTo>
                  <a:pt x="0" y="853386"/>
                </a:moveTo>
                <a:lnTo>
                  <a:pt x="585687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306"/>
          <p:cNvSpPr/>
          <p:nvPr/>
        </p:nvSpPr>
        <p:spPr>
          <a:xfrm>
            <a:off x="5745214" y="5367403"/>
            <a:ext cx="305894" cy="410834"/>
          </a:xfrm>
          <a:custGeom>
            <a:avLst/>
            <a:gdLst/>
            <a:ahLst/>
            <a:cxnLst/>
            <a:rect l="l" t="t" r="r" b="b"/>
            <a:pathLst>
              <a:path w="305894" h="410834">
                <a:moveTo>
                  <a:pt x="0" y="410834"/>
                </a:moveTo>
                <a:lnTo>
                  <a:pt x="305894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306"/>
          <p:cNvSpPr/>
          <p:nvPr/>
        </p:nvSpPr>
        <p:spPr>
          <a:xfrm>
            <a:off x="6051108" y="4774149"/>
            <a:ext cx="443702" cy="593254"/>
          </a:xfrm>
          <a:custGeom>
            <a:avLst/>
            <a:gdLst/>
            <a:ahLst/>
            <a:cxnLst/>
            <a:rect l="l" t="t" r="r" b="b"/>
            <a:pathLst>
              <a:path w="443702" h="593254">
                <a:moveTo>
                  <a:pt x="0" y="593254"/>
                </a:moveTo>
                <a:lnTo>
                  <a:pt x="443702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306"/>
          <p:cNvSpPr/>
          <p:nvPr/>
        </p:nvSpPr>
        <p:spPr>
          <a:xfrm>
            <a:off x="6494810" y="4761459"/>
            <a:ext cx="115885" cy="12690"/>
          </a:xfrm>
          <a:custGeom>
            <a:avLst/>
            <a:gdLst/>
            <a:ahLst/>
            <a:cxnLst/>
            <a:rect l="l" t="t" r="r" b="b"/>
            <a:pathLst>
              <a:path w="115885" h="12690">
                <a:moveTo>
                  <a:pt x="0" y="12690"/>
                </a:moveTo>
                <a:lnTo>
                  <a:pt x="115885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306"/>
          <p:cNvSpPr/>
          <p:nvPr/>
        </p:nvSpPr>
        <p:spPr>
          <a:xfrm>
            <a:off x="6610695" y="4731320"/>
            <a:ext cx="66816" cy="30139"/>
          </a:xfrm>
          <a:custGeom>
            <a:avLst/>
            <a:gdLst/>
            <a:ahLst/>
            <a:cxnLst/>
            <a:rect l="l" t="t" r="r" b="b"/>
            <a:pathLst>
              <a:path w="66816" h="30139">
                <a:moveTo>
                  <a:pt x="0" y="30139"/>
                </a:moveTo>
                <a:lnTo>
                  <a:pt x="66816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306"/>
          <p:cNvSpPr/>
          <p:nvPr/>
        </p:nvSpPr>
        <p:spPr>
          <a:xfrm>
            <a:off x="6677511" y="4683733"/>
            <a:ext cx="55332" cy="47587"/>
          </a:xfrm>
          <a:custGeom>
            <a:avLst/>
            <a:gdLst/>
            <a:ahLst/>
            <a:cxnLst/>
            <a:rect l="l" t="t" r="r" b="b"/>
            <a:pathLst>
              <a:path w="55332" h="47587">
                <a:moveTo>
                  <a:pt x="0" y="47587"/>
                </a:moveTo>
                <a:lnTo>
                  <a:pt x="55332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306"/>
          <p:cNvSpPr/>
          <p:nvPr/>
        </p:nvSpPr>
        <p:spPr>
          <a:xfrm>
            <a:off x="6732843" y="4623455"/>
            <a:ext cx="40717" cy="60278"/>
          </a:xfrm>
          <a:custGeom>
            <a:avLst/>
            <a:gdLst/>
            <a:ahLst/>
            <a:cxnLst/>
            <a:rect l="l" t="t" r="r" b="b"/>
            <a:pathLst>
              <a:path w="40717" h="60278">
                <a:moveTo>
                  <a:pt x="0" y="60278"/>
                </a:moveTo>
                <a:lnTo>
                  <a:pt x="40717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306"/>
          <p:cNvSpPr/>
          <p:nvPr/>
        </p:nvSpPr>
        <p:spPr>
          <a:xfrm>
            <a:off x="6773560" y="4550488"/>
            <a:ext cx="24012" cy="72967"/>
          </a:xfrm>
          <a:custGeom>
            <a:avLst/>
            <a:gdLst/>
            <a:ahLst/>
            <a:cxnLst/>
            <a:rect l="l" t="t" r="r" b="b"/>
            <a:pathLst>
              <a:path w="24012" h="72967">
                <a:moveTo>
                  <a:pt x="0" y="72967"/>
                </a:moveTo>
                <a:lnTo>
                  <a:pt x="24012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306"/>
          <p:cNvSpPr/>
          <p:nvPr/>
        </p:nvSpPr>
        <p:spPr>
          <a:xfrm>
            <a:off x="6797572" y="4471175"/>
            <a:ext cx="2088" cy="79313"/>
          </a:xfrm>
          <a:custGeom>
            <a:avLst/>
            <a:gdLst/>
            <a:ahLst/>
            <a:cxnLst/>
            <a:rect l="l" t="t" r="r" b="b"/>
            <a:pathLst>
              <a:path w="2088" h="79313">
                <a:moveTo>
                  <a:pt x="0" y="79313"/>
                </a:moveTo>
                <a:lnTo>
                  <a:pt x="2088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306"/>
          <p:cNvSpPr/>
          <p:nvPr/>
        </p:nvSpPr>
        <p:spPr>
          <a:xfrm>
            <a:off x="6780868" y="4399794"/>
            <a:ext cx="18792" cy="71381"/>
          </a:xfrm>
          <a:custGeom>
            <a:avLst/>
            <a:gdLst/>
            <a:ahLst/>
            <a:cxnLst/>
            <a:rect l="l" t="t" r="r" b="b"/>
            <a:pathLst>
              <a:path w="18792" h="71381">
                <a:moveTo>
                  <a:pt x="18792" y="71381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306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306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306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306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306"/>
          <p:cNvSpPr/>
          <p:nvPr/>
        </p:nvSpPr>
        <p:spPr>
          <a:xfrm>
            <a:off x="6648279" y="3812877"/>
            <a:ext cx="112753" cy="301390"/>
          </a:xfrm>
          <a:custGeom>
            <a:avLst/>
            <a:gdLst/>
            <a:ahLst/>
            <a:cxnLst/>
            <a:rect l="l" t="t" r="r" b="b"/>
            <a:pathLst>
              <a:path w="112753" h="301390">
                <a:moveTo>
                  <a:pt x="0" y="301390"/>
                </a:moveTo>
                <a:lnTo>
                  <a:pt x="112753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306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306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306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306"/>
          <p:cNvSpPr/>
          <p:nvPr/>
        </p:nvSpPr>
        <p:spPr>
          <a:xfrm>
            <a:off x="6710919" y="4169787"/>
            <a:ext cx="1380176" cy="126900"/>
          </a:xfrm>
          <a:custGeom>
            <a:avLst/>
            <a:gdLst/>
            <a:ahLst/>
            <a:cxnLst/>
            <a:rect l="l" t="t" r="r" b="b"/>
            <a:pathLst>
              <a:path w="1380176" h="126900">
                <a:moveTo>
                  <a:pt x="1380176" y="0"/>
                </a:moveTo>
                <a:lnTo>
                  <a:pt x="225505" y="11103"/>
                </a:lnTo>
                <a:lnTo>
                  <a:pt x="0" y="126900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306"/>
          <p:cNvSpPr/>
          <p:nvPr/>
        </p:nvSpPr>
        <p:spPr>
          <a:xfrm>
            <a:off x="4664350" y="4230064"/>
            <a:ext cx="1967225" cy="2627936"/>
          </a:xfrm>
          <a:custGeom>
            <a:avLst/>
            <a:gdLst/>
            <a:ahLst/>
            <a:cxnLst/>
            <a:rect l="l" t="t" r="r" b="b"/>
            <a:pathLst>
              <a:path w="1967225" h="2627936">
                <a:moveTo>
                  <a:pt x="1967225" y="17449"/>
                </a:moveTo>
                <a:lnTo>
                  <a:pt x="1888924" y="0"/>
                </a:lnTo>
                <a:lnTo>
                  <a:pt x="1805404" y="6345"/>
                </a:lnTo>
                <a:lnTo>
                  <a:pt x="1728148" y="36484"/>
                </a:lnTo>
                <a:lnTo>
                  <a:pt x="1663419" y="90417"/>
                </a:lnTo>
                <a:lnTo>
                  <a:pt x="1617483" y="157040"/>
                </a:lnTo>
                <a:lnTo>
                  <a:pt x="1596603" y="230007"/>
                </a:lnTo>
                <a:lnTo>
                  <a:pt x="1596603" y="307734"/>
                </a:lnTo>
                <a:lnTo>
                  <a:pt x="1618527" y="387046"/>
                </a:lnTo>
                <a:lnTo>
                  <a:pt x="1308457" y="853403"/>
                </a:lnTo>
                <a:lnTo>
                  <a:pt x="887723" y="1427620"/>
                </a:lnTo>
                <a:lnTo>
                  <a:pt x="692494" y="1711554"/>
                </a:lnTo>
                <a:lnTo>
                  <a:pt x="0" y="2627936"/>
                </a:lnTo>
              </a:path>
            </a:pathLst>
          </a:custGeom>
          <a:noFill/>
          <a:ln w="50800">
            <a:solidFill>
              <a:srgbClr val="005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306 – RATP Cap Boucles de Marne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310"/>
          <p:cNvSpPr/>
          <p:nvPr/>
        </p:nvSpPr>
        <p:spPr>
          <a:xfrm>
            <a:off x="6936424" y="4169787"/>
            <a:ext cx="1533645" cy="11103"/>
          </a:xfrm>
          <a:custGeom>
            <a:avLst/>
            <a:gdLst/>
            <a:ahLst/>
            <a:cxnLst/>
            <a:rect l="l" t="t" r="r" b="b"/>
            <a:pathLst>
              <a:path w="1533645" h="11103">
                <a:moveTo>
                  <a:pt x="1533645" y="0"/>
                </a:moveTo>
                <a:lnTo>
                  <a:pt x="0" y="11103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310"/>
          <p:cNvSpPr/>
          <p:nvPr/>
        </p:nvSpPr>
        <p:spPr>
          <a:xfrm>
            <a:off x="6710919" y="4180890"/>
            <a:ext cx="225505" cy="115797"/>
          </a:xfrm>
          <a:custGeom>
            <a:avLst/>
            <a:gdLst/>
            <a:ahLst/>
            <a:cxnLst/>
            <a:rect l="l" t="t" r="r" b="b"/>
            <a:pathLst>
              <a:path w="225505" h="115797">
                <a:moveTo>
                  <a:pt x="225505" y="0"/>
                </a:moveTo>
                <a:lnTo>
                  <a:pt x="0" y="11579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310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310"/>
          <p:cNvSpPr/>
          <p:nvPr/>
        </p:nvSpPr>
        <p:spPr>
          <a:xfrm>
            <a:off x="6553274" y="4230064"/>
            <a:ext cx="78301" cy="17449"/>
          </a:xfrm>
          <a:custGeom>
            <a:avLst/>
            <a:gdLst/>
            <a:ahLst/>
            <a:cxnLst/>
            <a:rect l="l" t="t" r="r" b="b"/>
            <a:pathLst>
              <a:path w="78301" h="17449">
                <a:moveTo>
                  <a:pt x="78301" y="1744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310"/>
          <p:cNvSpPr/>
          <p:nvPr/>
        </p:nvSpPr>
        <p:spPr>
          <a:xfrm>
            <a:off x="4080025" y="0"/>
            <a:ext cx="2473249" cy="4230064"/>
          </a:xfrm>
          <a:custGeom>
            <a:avLst/>
            <a:gdLst/>
            <a:ahLst/>
            <a:cxnLst/>
            <a:rect l="l" t="t" r="r" b="b"/>
            <a:pathLst>
              <a:path w="2473249" h="4230064">
                <a:moveTo>
                  <a:pt x="2473249" y="4230064"/>
                </a:moveTo>
                <a:lnTo>
                  <a:pt x="1649529" y="2892838"/>
                </a:lnTo>
                <a:lnTo>
                  <a:pt x="1264291" y="2245631"/>
                </a:lnTo>
                <a:lnTo>
                  <a:pt x="766300" y="1362058"/>
                </a:lnTo>
                <a:lnTo>
                  <a:pt x="250562" y="495925"/>
                </a:lnTo>
                <a:lnTo>
                  <a:pt x="0" y="126309"/>
                </a:lnTo>
                <a:lnTo>
                  <a:pt x="14616" y="24783"/>
                </a:lnTo>
                <a:lnTo>
                  <a:pt x="9347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310"/>
          <p:cNvSpPr/>
          <p:nvPr/>
        </p:nvSpPr>
        <p:spPr>
          <a:xfrm>
            <a:off x="4996782" y="4774149"/>
            <a:ext cx="1498028" cy="2083851"/>
          </a:xfrm>
          <a:custGeom>
            <a:avLst/>
            <a:gdLst/>
            <a:ahLst/>
            <a:cxnLst/>
            <a:rect l="l" t="t" r="r" b="b"/>
            <a:pathLst>
              <a:path w="1498028" h="2083851">
                <a:moveTo>
                  <a:pt x="0" y="2083851"/>
                </a:moveTo>
                <a:lnTo>
                  <a:pt x="162745" y="1857474"/>
                </a:lnTo>
                <a:lnTo>
                  <a:pt x="748432" y="1004088"/>
                </a:lnTo>
                <a:lnTo>
                  <a:pt x="1498028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310"/>
          <p:cNvSpPr/>
          <p:nvPr/>
        </p:nvSpPr>
        <p:spPr>
          <a:xfrm>
            <a:off x="6494810" y="4761459"/>
            <a:ext cx="115885" cy="12690"/>
          </a:xfrm>
          <a:custGeom>
            <a:avLst/>
            <a:gdLst/>
            <a:ahLst/>
            <a:cxnLst/>
            <a:rect l="l" t="t" r="r" b="b"/>
            <a:pathLst>
              <a:path w="115885" h="12690">
                <a:moveTo>
                  <a:pt x="0" y="12690"/>
                </a:moveTo>
                <a:lnTo>
                  <a:pt x="115885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310"/>
          <p:cNvSpPr/>
          <p:nvPr/>
        </p:nvSpPr>
        <p:spPr>
          <a:xfrm>
            <a:off x="6610695" y="4731320"/>
            <a:ext cx="66816" cy="30139"/>
          </a:xfrm>
          <a:custGeom>
            <a:avLst/>
            <a:gdLst/>
            <a:ahLst/>
            <a:cxnLst/>
            <a:rect l="l" t="t" r="r" b="b"/>
            <a:pathLst>
              <a:path w="66816" h="30139">
                <a:moveTo>
                  <a:pt x="0" y="30139"/>
                </a:moveTo>
                <a:lnTo>
                  <a:pt x="66816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310"/>
          <p:cNvSpPr/>
          <p:nvPr/>
        </p:nvSpPr>
        <p:spPr>
          <a:xfrm>
            <a:off x="6677511" y="4683733"/>
            <a:ext cx="55332" cy="47587"/>
          </a:xfrm>
          <a:custGeom>
            <a:avLst/>
            <a:gdLst/>
            <a:ahLst/>
            <a:cxnLst/>
            <a:rect l="l" t="t" r="r" b="b"/>
            <a:pathLst>
              <a:path w="55332" h="47587">
                <a:moveTo>
                  <a:pt x="0" y="47587"/>
                </a:moveTo>
                <a:lnTo>
                  <a:pt x="55332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310"/>
          <p:cNvSpPr/>
          <p:nvPr/>
        </p:nvSpPr>
        <p:spPr>
          <a:xfrm>
            <a:off x="6732843" y="4623455"/>
            <a:ext cx="40717" cy="60278"/>
          </a:xfrm>
          <a:custGeom>
            <a:avLst/>
            <a:gdLst/>
            <a:ahLst/>
            <a:cxnLst/>
            <a:rect l="l" t="t" r="r" b="b"/>
            <a:pathLst>
              <a:path w="40717" h="60278">
                <a:moveTo>
                  <a:pt x="0" y="60278"/>
                </a:moveTo>
                <a:lnTo>
                  <a:pt x="40717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310"/>
          <p:cNvSpPr/>
          <p:nvPr/>
        </p:nvSpPr>
        <p:spPr>
          <a:xfrm>
            <a:off x="6773560" y="4550488"/>
            <a:ext cx="24012" cy="72967"/>
          </a:xfrm>
          <a:custGeom>
            <a:avLst/>
            <a:gdLst/>
            <a:ahLst/>
            <a:cxnLst/>
            <a:rect l="l" t="t" r="r" b="b"/>
            <a:pathLst>
              <a:path w="24012" h="72967">
                <a:moveTo>
                  <a:pt x="0" y="72967"/>
                </a:moveTo>
                <a:lnTo>
                  <a:pt x="24012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310"/>
          <p:cNvSpPr/>
          <p:nvPr/>
        </p:nvSpPr>
        <p:spPr>
          <a:xfrm>
            <a:off x="6797572" y="4471175"/>
            <a:ext cx="2088" cy="79313"/>
          </a:xfrm>
          <a:custGeom>
            <a:avLst/>
            <a:gdLst/>
            <a:ahLst/>
            <a:cxnLst/>
            <a:rect l="l" t="t" r="r" b="b"/>
            <a:pathLst>
              <a:path w="2088" h="79313">
                <a:moveTo>
                  <a:pt x="0" y="79313"/>
                </a:moveTo>
                <a:lnTo>
                  <a:pt x="2088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310"/>
          <p:cNvSpPr/>
          <p:nvPr/>
        </p:nvSpPr>
        <p:spPr>
          <a:xfrm>
            <a:off x="6780868" y="4399794"/>
            <a:ext cx="18792" cy="71381"/>
          </a:xfrm>
          <a:custGeom>
            <a:avLst/>
            <a:gdLst/>
            <a:ahLst/>
            <a:cxnLst/>
            <a:rect l="l" t="t" r="r" b="b"/>
            <a:pathLst>
              <a:path w="18792" h="71381">
                <a:moveTo>
                  <a:pt x="18792" y="71381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310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310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310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310"/>
          <p:cNvSpPr/>
          <p:nvPr/>
        </p:nvSpPr>
        <p:spPr>
          <a:xfrm>
            <a:off x="6648279" y="3812877"/>
            <a:ext cx="112753" cy="301390"/>
          </a:xfrm>
          <a:custGeom>
            <a:avLst/>
            <a:gdLst/>
            <a:ahLst/>
            <a:cxnLst/>
            <a:rect l="l" t="t" r="r" b="b"/>
            <a:pathLst>
              <a:path w="112753" h="301390">
                <a:moveTo>
                  <a:pt x="0" y="301390"/>
                </a:moveTo>
                <a:lnTo>
                  <a:pt x="112753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310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310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310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310"/>
          <p:cNvSpPr/>
          <p:nvPr/>
        </p:nvSpPr>
        <p:spPr>
          <a:xfrm>
            <a:off x="6936424" y="4169787"/>
            <a:ext cx="1154671" cy="11103"/>
          </a:xfrm>
          <a:custGeom>
            <a:avLst/>
            <a:gdLst/>
            <a:ahLst/>
            <a:cxnLst/>
            <a:rect l="l" t="t" r="r" b="b"/>
            <a:pathLst>
              <a:path w="1154671" h="11103">
                <a:moveTo>
                  <a:pt x="1154671" y="0"/>
                </a:moveTo>
                <a:lnTo>
                  <a:pt x="0" y="11103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é ligne 310"/>
          <p:cNvSpPr/>
          <p:nvPr/>
        </p:nvSpPr>
        <p:spPr>
          <a:xfrm>
            <a:off x="6260953" y="4230064"/>
            <a:ext cx="292321" cy="230007"/>
          </a:xfrm>
          <a:custGeom>
            <a:avLst/>
            <a:gdLst/>
            <a:ahLst/>
            <a:cxnLst/>
            <a:rect l="l" t="t" r="r" b="b"/>
            <a:pathLst>
              <a:path w="292321" h="230007">
                <a:moveTo>
                  <a:pt x="292321" y="0"/>
                </a:moveTo>
                <a:lnTo>
                  <a:pt x="208801" y="6345"/>
                </a:lnTo>
                <a:lnTo>
                  <a:pt x="131545" y="36484"/>
                </a:lnTo>
                <a:lnTo>
                  <a:pt x="66816" y="90417"/>
                </a:lnTo>
                <a:lnTo>
                  <a:pt x="20880" y="157040"/>
                </a:lnTo>
                <a:lnTo>
                  <a:pt x="0" y="23000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cé ligne 310"/>
          <p:cNvSpPr/>
          <p:nvPr/>
        </p:nvSpPr>
        <p:spPr>
          <a:xfrm>
            <a:off x="6260953" y="4460071"/>
            <a:ext cx="0" cy="77727"/>
          </a:xfrm>
          <a:custGeom>
            <a:avLst/>
            <a:gdLst/>
            <a:ahLst/>
            <a:cxnLst/>
            <a:rect l="l" t="t" r="r" b="b"/>
            <a:pathLst>
              <a:path w="0" h="77727">
                <a:moveTo>
                  <a:pt x="0" y="0"/>
                </a:moveTo>
                <a:lnTo>
                  <a:pt x="0" y="7772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é ligne 310"/>
          <p:cNvSpPr/>
          <p:nvPr/>
        </p:nvSpPr>
        <p:spPr>
          <a:xfrm>
            <a:off x="6260953" y="4537798"/>
            <a:ext cx="21924" cy="79312"/>
          </a:xfrm>
          <a:custGeom>
            <a:avLst/>
            <a:gdLst/>
            <a:ahLst/>
            <a:cxnLst/>
            <a:rect l="l" t="t" r="r" b="b"/>
            <a:pathLst>
              <a:path w="21924" h="79312">
                <a:moveTo>
                  <a:pt x="0" y="0"/>
                </a:moveTo>
                <a:lnTo>
                  <a:pt x="21924" y="79312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é ligne 310"/>
          <p:cNvSpPr/>
          <p:nvPr/>
        </p:nvSpPr>
        <p:spPr>
          <a:xfrm>
            <a:off x="4664350" y="4617110"/>
            <a:ext cx="1618527" cy="2240890"/>
          </a:xfrm>
          <a:custGeom>
            <a:avLst/>
            <a:gdLst/>
            <a:ahLst/>
            <a:cxnLst/>
            <a:rect l="l" t="t" r="r" b="b"/>
            <a:pathLst>
              <a:path w="1618527" h="2240890">
                <a:moveTo>
                  <a:pt x="1618527" y="0"/>
                </a:moveTo>
                <a:lnTo>
                  <a:pt x="1308457" y="466357"/>
                </a:lnTo>
                <a:lnTo>
                  <a:pt x="887723" y="1040574"/>
                </a:lnTo>
                <a:lnTo>
                  <a:pt x="692494" y="1324508"/>
                </a:lnTo>
                <a:lnTo>
                  <a:pt x="0" y="224089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acé ligne 310"/>
          <p:cNvSpPr/>
          <p:nvPr/>
        </p:nvSpPr>
        <p:spPr>
          <a:xfrm>
            <a:off x="3494338" y="0"/>
            <a:ext cx="2766615" cy="4460071"/>
          </a:xfrm>
          <a:custGeom>
            <a:avLst/>
            <a:gdLst/>
            <a:ahLst/>
            <a:cxnLst/>
            <a:rect l="l" t="t" r="r" b="b"/>
            <a:pathLst>
              <a:path w="2766615" h="4460071">
                <a:moveTo>
                  <a:pt x="781" y="0"/>
                </a:moveTo>
                <a:lnTo>
                  <a:pt x="0" y="91409"/>
                </a:lnTo>
                <a:lnTo>
                  <a:pt x="43848" y="199280"/>
                </a:lnTo>
                <a:lnTo>
                  <a:pt x="107533" y="272252"/>
                </a:lnTo>
                <a:lnTo>
                  <a:pt x="188965" y="319842"/>
                </a:lnTo>
                <a:lnTo>
                  <a:pt x="281882" y="338878"/>
                </a:lnTo>
                <a:lnTo>
                  <a:pt x="374798" y="326187"/>
                </a:lnTo>
                <a:lnTo>
                  <a:pt x="587775" y="652972"/>
                </a:lnTo>
                <a:lnTo>
                  <a:pt x="1102470" y="1542898"/>
                </a:lnTo>
                <a:lnTo>
                  <a:pt x="2361541" y="3624111"/>
                </a:lnTo>
                <a:lnTo>
                  <a:pt x="2501437" y="3866810"/>
                </a:lnTo>
                <a:lnTo>
                  <a:pt x="2766615" y="4460071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é ligne 310"/>
          <p:cNvSpPr/>
          <p:nvPr/>
        </p:nvSpPr>
        <p:spPr>
          <a:xfrm>
            <a:off x="6282877" y="4617110"/>
            <a:ext cx="211933" cy="157039"/>
          </a:xfrm>
          <a:custGeom>
            <a:avLst/>
            <a:gdLst/>
            <a:ahLst/>
            <a:cxnLst/>
            <a:rect l="l" t="t" r="r" b="b"/>
            <a:pathLst>
              <a:path w="211933" h="157039">
                <a:moveTo>
                  <a:pt x="0" y="0"/>
                </a:moveTo>
                <a:lnTo>
                  <a:pt x="48024" y="72968"/>
                </a:lnTo>
                <a:lnTo>
                  <a:pt x="117973" y="120555"/>
                </a:lnTo>
                <a:lnTo>
                  <a:pt x="211933" y="157039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cé ligne 310"/>
          <p:cNvSpPr/>
          <p:nvPr/>
        </p:nvSpPr>
        <p:spPr>
          <a:xfrm>
            <a:off x="6648279" y="3812877"/>
            <a:ext cx="112753" cy="301390"/>
          </a:xfrm>
          <a:custGeom>
            <a:avLst/>
            <a:gdLst/>
            <a:ahLst/>
            <a:cxnLst/>
            <a:rect l="l" t="t" r="r" b="b"/>
            <a:pathLst>
              <a:path w="112753" h="301390">
                <a:moveTo>
                  <a:pt x="0" y="301390"/>
                </a:moveTo>
                <a:lnTo>
                  <a:pt x="112753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310 – Keolis Grand Paris Vallée de la Marne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320"/>
          <p:cNvSpPr/>
          <p:nvPr/>
        </p:nvSpPr>
        <p:spPr>
          <a:xfrm>
            <a:off x="9201843" y="4334158"/>
            <a:ext cx="2990157" cy="36270"/>
          </a:xfrm>
          <a:custGeom>
            <a:avLst/>
            <a:gdLst/>
            <a:ahLst/>
            <a:cxnLst/>
            <a:rect l="l" t="t" r="r" b="b"/>
            <a:pathLst>
              <a:path w="2990157" h="36270">
                <a:moveTo>
                  <a:pt x="2990157" y="0"/>
                </a:moveTo>
                <a:lnTo>
                  <a:pt x="0" y="3627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320"/>
          <p:cNvSpPr/>
          <p:nvPr/>
        </p:nvSpPr>
        <p:spPr>
          <a:xfrm>
            <a:off x="6780868" y="4370428"/>
            <a:ext cx="2420975" cy="29366"/>
          </a:xfrm>
          <a:custGeom>
            <a:avLst/>
            <a:gdLst/>
            <a:ahLst/>
            <a:cxnLst/>
            <a:rect l="l" t="t" r="r" b="b"/>
            <a:pathLst>
              <a:path w="2420975" h="29366">
                <a:moveTo>
                  <a:pt x="2420975" y="0"/>
                </a:moveTo>
                <a:lnTo>
                  <a:pt x="0" y="29366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320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320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320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320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320"/>
          <p:cNvSpPr/>
          <p:nvPr/>
        </p:nvSpPr>
        <p:spPr>
          <a:xfrm>
            <a:off x="6648279" y="3847775"/>
            <a:ext cx="97092" cy="266492"/>
          </a:xfrm>
          <a:custGeom>
            <a:avLst/>
            <a:gdLst/>
            <a:ahLst/>
            <a:cxnLst/>
            <a:rect l="l" t="t" r="r" b="b"/>
            <a:pathLst>
              <a:path w="97092" h="266492">
                <a:moveTo>
                  <a:pt x="0" y="266492"/>
                </a:moveTo>
                <a:lnTo>
                  <a:pt x="97092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320"/>
          <p:cNvSpPr/>
          <p:nvPr/>
        </p:nvSpPr>
        <p:spPr>
          <a:xfrm>
            <a:off x="6745371" y="3812877"/>
            <a:ext cx="15661" cy="34898"/>
          </a:xfrm>
          <a:custGeom>
            <a:avLst/>
            <a:gdLst/>
            <a:ahLst/>
            <a:cxnLst/>
            <a:rect l="l" t="t" r="r" b="b"/>
            <a:pathLst>
              <a:path w="15661" h="34898">
                <a:moveTo>
                  <a:pt x="0" y="34898"/>
                </a:moveTo>
                <a:lnTo>
                  <a:pt x="15661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320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320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320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320"/>
          <p:cNvSpPr/>
          <p:nvPr/>
        </p:nvSpPr>
        <p:spPr>
          <a:xfrm>
            <a:off x="7464691" y="3720874"/>
            <a:ext cx="717232" cy="103107"/>
          </a:xfrm>
          <a:custGeom>
            <a:avLst/>
            <a:gdLst/>
            <a:ahLst/>
            <a:cxnLst/>
            <a:rect l="l" t="t" r="r" b="b"/>
            <a:pathLst>
              <a:path w="717232" h="103107">
                <a:moveTo>
                  <a:pt x="0" y="0"/>
                </a:moveTo>
                <a:lnTo>
                  <a:pt x="717232" y="103107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320"/>
          <p:cNvSpPr/>
          <p:nvPr/>
        </p:nvSpPr>
        <p:spPr>
          <a:xfrm>
            <a:off x="8181923" y="3806532"/>
            <a:ext cx="761080" cy="17449"/>
          </a:xfrm>
          <a:custGeom>
            <a:avLst/>
            <a:gdLst/>
            <a:ahLst/>
            <a:cxnLst/>
            <a:rect l="l" t="t" r="r" b="b"/>
            <a:pathLst>
              <a:path w="761080" h="17449">
                <a:moveTo>
                  <a:pt x="0" y="17449"/>
                </a:moveTo>
                <a:lnTo>
                  <a:pt x="761080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320"/>
          <p:cNvSpPr/>
          <p:nvPr/>
        </p:nvSpPr>
        <p:spPr>
          <a:xfrm>
            <a:off x="8943003" y="3806532"/>
            <a:ext cx="177481" cy="11104"/>
          </a:xfrm>
          <a:custGeom>
            <a:avLst/>
            <a:gdLst/>
            <a:ahLst/>
            <a:cxnLst/>
            <a:rect l="l" t="t" r="r" b="b"/>
            <a:pathLst>
              <a:path w="177481" h="11104">
                <a:moveTo>
                  <a:pt x="0" y="0"/>
                </a:moveTo>
                <a:lnTo>
                  <a:pt x="177481" y="11104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320"/>
          <p:cNvSpPr/>
          <p:nvPr/>
        </p:nvSpPr>
        <p:spPr>
          <a:xfrm>
            <a:off x="9120484" y="3817636"/>
            <a:ext cx="33408" cy="30139"/>
          </a:xfrm>
          <a:custGeom>
            <a:avLst/>
            <a:gdLst/>
            <a:ahLst/>
            <a:cxnLst/>
            <a:rect l="l" t="t" r="r" b="b"/>
            <a:pathLst>
              <a:path w="33408" h="30139">
                <a:moveTo>
                  <a:pt x="0" y="0"/>
                </a:moveTo>
                <a:lnTo>
                  <a:pt x="33408" y="30139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320"/>
          <p:cNvSpPr/>
          <p:nvPr/>
        </p:nvSpPr>
        <p:spPr>
          <a:xfrm>
            <a:off x="9153892" y="3847775"/>
            <a:ext cx="12528" cy="322012"/>
          </a:xfrm>
          <a:custGeom>
            <a:avLst/>
            <a:gdLst/>
            <a:ahLst/>
            <a:cxnLst/>
            <a:rect l="l" t="t" r="r" b="b"/>
            <a:pathLst>
              <a:path w="12528" h="322012">
                <a:moveTo>
                  <a:pt x="0" y="0"/>
                </a:moveTo>
                <a:lnTo>
                  <a:pt x="12528" y="322012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320"/>
          <p:cNvSpPr/>
          <p:nvPr/>
        </p:nvSpPr>
        <p:spPr>
          <a:xfrm>
            <a:off x="6710919" y="4169787"/>
            <a:ext cx="2455501" cy="126900"/>
          </a:xfrm>
          <a:custGeom>
            <a:avLst/>
            <a:gdLst/>
            <a:ahLst/>
            <a:cxnLst/>
            <a:rect l="l" t="t" r="r" b="b"/>
            <a:pathLst>
              <a:path w="2455501" h="126900">
                <a:moveTo>
                  <a:pt x="2455501" y="0"/>
                </a:moveTo>
                <a:lnTo>
                  <a:pt x="225505" y="11103"/>
                </a:lnTo>
                <a:lnTo>
                  <a:pt x="0" y="12690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320"/>
          <p:cNvSpPr/>
          <p:nvPr/>
        </p:nvSpPr>
        <p:spPr>
          <a:xfrm>
            <a:off x="4080025" y="0"/>
            <a:ext cx="2551550" cy="4247513"/>
          </a:xfrm>
          <a:custGeom>
            <a:avLst/>
            <a:gdLst/>
            <a:ahLst/>
            <a:cxnLst/>
            <a:rect l="l" t="t" r="r" b="b"/>
            <a:pathLst>
              <a:path w="2551550" h="4247513">
                <a:moveTo>
                  <a:pt x="2551550" y="4247513"/>
                </a:moveTo>
                <a:lnTo>
                  <a:pt x="2473249" y="4230064"/>
                </a:lnTo>
                <a:lnTo>
                  <a:pt x="1649529" y="2892838"/>
                </a:lnTo>
                <a:lnTo>
                  <a:pt x="1264291" y="2245631"/>
                </a:lnTo>
                <a:lnTo>
                  <a:pt x="766300" y="1362058"/>
                </a:lnTo>
                <a:lnTo>
                  <a:pt x="250562" y="495925"/>
                </a:lnTo>
                <a:lnTo>
                  <a:pt x="0" y="126309"/>
                </a:lnTo>
                <a:lnTo>
                  <a:pt x="14616" y="24783"/>
                </a:lnTo>
                <a:lnTo>
                  <a:pt x="9347" y="0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320"/>
          <p:cNvSpPr/>
          <p:nvPr/>
        </p:nvSpPr>
        <p:spPr>
          <a:xfrm>
            <a:off x="3494338" y="0"/>
            <a:ext cx="3305322" cy="4774149"/>
          </a:xfrm>
          <a:custGeom>
            <a:avLst/>
            <a:gdLst/>
            <a:ahLst/>
            <a:cxnLst/>
            <a:rect l="l" t="t" r="r" b="b"/>
            <a:pathLst>
              <a:path w="3305322" h="4774149">
                <a:moveTo>
                  <a:pt x="781" y="0"/>
                </a:moveTo>
                <a:lnTo>
                  <a:pt x="0" y="91409"/>
                </a:lnTo>
                <a:lnTo>
                  <a:pt x="43848" y="199280"/>
                </a:lnTo>
                <a:lnTo>
                  <a:pt x="107533" y="272252"/>
                </a:lnTo>
                <a:lnTo>
                  <a:pt x="188965" y="319842"/>
                </a:lnTo>
                <a:lnTo>
                  <a:pt x="281882" y="338878"/>
                </a:lnTo>
                <a:lnTo>
                  <a:pt x="374798" y="326187"/>
                </a:lnTo>
                <a:lnTo>
                  <a:pt x="587775" y="652972"/>
                </a:lnTo>
                <a:lnTo>
                  <a:pt x="1102470" y="1542898"/>
                </a:lnTo>
                <a:lnTo>
                  <a:pt x="2361541" y="3624111"/>
                </a:lnTo>
                <a:lnTo>
                  <a:pt x="2501437" y="3866810"/>
                </a:lnTo>
                <a:lnTo>
                  <a:pt x="2766615" y="4460071"/>
                </a:lnTo>
                <a:lnTo>
                  <a:pt x="2766615" y="4537798"/>
                </a:lnTo>
                <a:lnTo>
                  <a:pt x="2788539" y="4617110"/>
                </a:lnTo>
                <a:lnTo>
                  <a:pt x="2836563" y="4690078"/>
                </a:lnTo>
                <a:lnTo>
                  <a:pt x="2906512" y="4737665"/>
                </a:lnTo>
                <a:lnTo>
                  <a:pt x="3000472" y="4774149"/>
                </a:lnTo>
                <a:lnTo>
                  <a:pt x="3116357" y="4761459"/>
                </a:lnTo>
                <a:lnTo>
                  <a:pt x="3183173" y="4731320"/>
                </a:lnTo>
                <a:lnTo>
                  <a:pt x="3238505" y="4683733"/>
                </a:lnTo>
                <a:lnTo>
                  <a:pt x="3279222" y="4623455"/>
                </a:lnTo>
                <a:lnTo>
                  <a:pt x="3303234" y="4550488"/>
                </a:lnTo>
                <a:lnTo>
                  <a:pt x="3305322" y="4471175"/>
                </a:lnTo>
                <a:lnTo>
                  <a:pt x="3286530" y="4399794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320"/>
          <p:cNvSpPr/>
          <p:nvPr/>
        </p:nvSpPr>
        <p:spPr>
          <a:xfrm>
            <a:off x="8943003" y="3806532"/>
            <a:ext cx="177481" cy="11104"/>
          </a:xfrm>
          <a:custGeom>
            <a:avLst/>
            <a:gdLst/>
            <a:ahLst/>
            <a:cxnLst/>
            <a:rect l="l" t="t" r="r" b="b"/>
            <a:pathLst>
              <a:path w="177481" h="11104">
                <a:moveTo>
                  <a:pt x="0" y="0"/>
                </a:moveTo>
                <a:lnTo>
                  <a:pt x="177481" y="11104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320"/>
          <p:cNvSpPr/>
          <p:nvPr/>
        </p:nvSpPr>
        <p:spPr>
          <a:xfrm>
            <a:off x="9166420" y="4169787"/>
            <a:ext cx="35423" cy="200641"/>
          </a:xfrm>
          <a:custGeom>
            <a:avLst/>
            <a:gdLst/>
            <a:ahLst/>
            <a:cxnLst/>
            <a:rect l="l" t="t" r="r" b="b"/>
            <a:pathLst>
              <a:path w="35423" h="200641">
                <a:moveTo>
                  <a:pt x="0" y="0"/>
                </a:moveTo>
                <a:lnTo>
                  <a:pt x="35423" y="200641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é ligne 320"/>
          <p:cNvSpPr/>
          <p:nvPr/>
        </p:nvSpPr>
        <p:spPr>
          <a:xfrm>
            <a:off x="9201843" y="4370428"/>
            <a:ext cx="2990157" cy="216544"/>
          </a:xfrm>
          <a:custGeom>
            <a:avLst/>
            <a:gdLst/>
            <a:ahLst/>
            <a:cxnLst/>
            <a:rect l="l" t="t" r="r" b="b"/>
            <a:pathLst>
              <a:path w="2990157" h="216544">
                <a:moveTo>
                  <a:pt x="0" y="0"/>
                </a:moveTo>
                <a:lnTo>
                  <a:pt x="56450" y="137231"/>
                </a:lnTo>
                <a:lnTo>
                  <a:pt x="148322" y="216544"/>
                </a:lnTo>
                <a:lnTo>
                  <a:pt x="2990157" y="184512"/>
                </a:lnTo>
              </a:path>
            </a:pathLst>
          </a:custGeom>
          <a:noFill/>
          <a:ln w="50800">
            <a:solidFill>
              <a:srgbClr val="DC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Bus 320 – Keolis Grand Paris Vallée de la Marne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N34"/>
          <p:cNvSpPr/>
          <p:nvPr/>
        </p:nvSpPr>
        <p:spPr>
          <a:xfrm>
            <a:off x="0" y="218316"/>
            <a:ext cx="1240330" cy="33144"/>
          </a:xfrm>
          <a:custGeom>
            <a:avLst/>
            <a:gdLst/>
            <a:ahLst/>
            <a:cxnLst/>
            <a:rect l="l" t="t" r="r" b="b"/>
            <a:pathLst>
              <a:path w="1240330" h="33144">
                <a:moveTo>
                  <a:pt x="0" y="33144"/>
                </a:moveTo>
                <a:lnTo>
                  <a:pt x="124033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N34"/>
          <p:cNvSpPr/>
          <p:nvPr/>
        </p:nvSpPr>
        <p:spPr>
          <a:xfrm>
            <a:off x="1240330" y="199280"/>
            <a:ext cx="2297856" cy="19036"/>
          </a:xfrm>
          <a:custGeom>
            <a:avLst/>
            <a:gdLst/>
            <a:ahLst/>
            <a:cxnLst/>
            <a:rect l="l" t="t" r="r" b="b"/>
            <a:pathLst>
              <a:path w="2297856" h="19036">
                <a:moveTo>
                  <a:pt x="0" y="19036"/>
                </a:moveTo>
                <a:lnTo>
                  <a:pt x="2297856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N34"/>
          <p:cNvSpPr/>
          <p:nvPr/>
        </p:nvSpPr>
        <p:spPr>
          <a:xfrm>
            <a:off x="3538186" y="199280"/>
            <a:ext cx="63685" cy="72972"/>
          </a:xfrm>
          <a:custGeom>
            <a:avLst/>
            <a:gdLst/>
            <a:ahLst/>
            <a:cxnLst/>
            <a:rect l="l" t="t" r="r" b="b"/>
            <a:pathLst>
              <a:path w="63685" h="72972">
                <a:moveTo>
                  <a:pt x="0" y="0"/>
                </a:moveTo>
                <a:lnTo>
                  <a:pt x="63685" y="72972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N34"/>
          <p:cNvSpPr/>
          <p:nvPr/>
        </p:nvSpPr>
        <p:spPr>
          <a:xfrm>
            <a:off x="3601871" y="272252"/>
            <a:ext cx="81432" cy="47590"/>
          </a:xfrm>
          <a:custGeom>
            <a:avLst/>
            <a:gdLst/>
            <a:ahLst/>
            <a:cxnLst/>
            <a:rect l="l" t="t" r="r" b="b"/>
            <a:pathLst>
              <a:path w="81432" h="47590">
                <a:moveTo>
                  <a:pt x="0" y="0"/>
                </a:moveTo>
                <a:lnTo>
                  <a:pt x="81432" y="4759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N34"/>
          <p:cNvSpPr/>
          <p:nvPr/>
        </p:nvSpPr>
        <p:spPr>
          <a:xfrm>
            <a:off x="3683303" y="319842"/>
            <a:ext cx="92917" cy="19036"/>
          </a:xfrm>
          <a:custGeom>
            <a:avLst/>
            <a:gdLst/>
            <a:ahLst/>
            <a:cxnLst/>
            <a:rect l="l" t="t" r="r" b="b"/>
            <a:pathLst>
              <a:path w="92917" h="19036">
                <a:moveTo>
                  <a:pt x="0" y="0"/>
                </a:moveTo>
                <a:lnTo>
                  <a:pt x="92917" y="19036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N34"/>
          <p:cNvSpPr/>
          <p:nvPr/>
        </p:nvSpPr>
        <p:spPr>
          <a:xfrm>
            <a:off x="3776220" y="326187"/>
            <a:ext cx="92916" cy="12691"/>
          </a:xfrm>
          <a:custGeom>
            <a:avLst/>
            <a:gdLst/>
            <a:ahLst/>
            <a:cxnLst/>
            <a:rect l="l" t="t" r="r" b="b"/>
            <a:pathLst>
              <a:path w="92916" h="12691">
                <a:moveTo>
                  <a:pt x="0" y="12691"/>
                </a:moveTo>
                <a:lnTo>
                  <a:pt x="92916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N34"/>
          <p:cNvSpPr/>
          <p:nvPr/>
        </p:nvSpPr>
        <p:spPr>
          <a:xfrm>
            <a:off x="3869136" y="326187"/>
            <a:ext cx="212977" cy="326785"/>
          </a:xfrm>
          <a:custGeom>
            <a:avLst/>
            <a:gdLst/>
            <a:ahLst/>
            <a:cxnLst/>
            <a:rect l="l" t="t" r="r" b="b"/>
            <a:pathLst>
              <a:path w="212977" h="326785">
                <a:moveTo>
                  <a:pt x="0" y="0"/>
                </a:moveTo>
                <a:lnTo>
                  <a:pt x="212977" y="326785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N34"/>
          <p:cNvSpPr/>
          <p:nvPr/>
        </p:nvSpPr>
        <p:spPr>
          <a:xfrm>
            <a:off x="4082113" y="652972"/>
            <a:ext cx="514695" cy="889926"/>
          </a:xfrm>
          <a:custGeom>
            <a:avLst/>
            <a:gdLst/>
            <a:ahLst/>
            <a:cxnLst/>
            <a:rect l="l" t="t" r="r" b="b"/>
            <a:pathLst>
              <a:path w="514695" h="889926">
                <a:moveTo>
                  <a:pt x="0" y="0"/>
                </a:moveTo>
                <a:lnTo>
                  <a:pt x="514695" y="889926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N34"/>
          <p:cNvSpPr/>
          <p:nvPr/>
        </p:nvSpPr>
        <p:spPr>
          <a:xfrm>
            <a:off x="4596808" y="1542898"/>
            <a:ext cx="1259071" cy="2081213"/>
          </a:xfrm>
          <a:custGeom>
            <a:avLst/>
            <a:gdLst/>
            <a:ahLst/>
            <a:cxnLst/>
            <a:rect l="l" t="t" r="r" b="b"/>
            <a:pathLst>
              <a:path w="1259071" h="2081213">
                <a:moveTo>
                  <a:pt x="0" y="0"/>
                </a:moveTo>
                <a:lnTo>
                  <a:pt x="1259071" y="2081213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cé ligne N34"/>
          <p:cNvSpPr/>
          <p:nvPr/>
        </p:nvSpPr>
        <p:spPr>
          <a:xfrm>
            <a:off x="5855879" y="3624111"/>
            <a:ext cx="139896" cy="242699"/>
          </a:xfrm>
          <a:custGeom>
            <a:avLst/>
            <a:gdLst/>
            <a:ahLst/>
            <a:cxnLst/>
            <a:rect l="l" t="t" r="r" b="b"/>
            <a:pathLst>
              <a:path w="139896" h="242699">
                <a:moveTo>
                  <a:pt x="0" y="0"/>
                </a:moveTo>
                <a:lnTo>
                  <a:pt x="139896" y="242699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cé ligne N34"/>
          <p:cNvSpPr/>
          <p:nvPr/>
        </p:nvSpPr>
        <p:spPr>
          <a:xfrm>
            <a:off x="5995775" y="3866810"/>
            <a:ext cx="265178" cy="593261"/>
          </a:xfrm>
          <a:custGeom>
            <a:avLst/>
            <a:gdLst/>
            <a:ahLst/>
            <a:cxnLst/>
            <a:rect l="l" t="t" r="r" b="b"/>
            <a:pathLst>
              <a:path w="265178" h="593261">
                <a:moveTo>
                  <a:pt x="0" y="0"/>
                </a:moveTo>
                <a:lnTo>
                  <a:pt x="265178" y="593261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cé ligne N34"/>
          <p:cNvSpPr/>
          <p:nvPr/>
        </p:nvSpPr>
        <p:spPr>
          <a:xfrm>
            <a:off x="6260953" y="4460071"/>
            <a:ext cx="0" cy="77727"/>
          </a:xfrm>
          <a:custGeom>
            <a:avLst/>
            <a:gdLst/>
            <a:ahLst/>
            <a:cxnLst/>
            <a:rect l="l" t="t" r="r" b="b"/>
            <a:pathLst>
              <a:path w="0" h="77727">
                <a:moveTo>
                  <a:pt x="0" y="0"/>
                </a:moveTo>
                <a:lnTo>
                  <a:pt x="0" y="7772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é ligne N34"/>
          <p:cNvSpPr/>
          <p:nvPr/>
        </p:nvSpPr>
        <p:spPr>
          <a:xfrm>
            <a:off x="6260953" y="4537798"/>
            <a:ext cx="21924" cy="79312"/>
          </a:xfrm>
          <a:custGeom>
            <a:avLst/>
            <a:gdLst/>
            <a:ahLst/>
            <a:cxnLst/>
            <a:rect l="l" t="t" r="r" b="b"/>
            <a:pathLst>
              <a:path w="21924" h="79312">
                <a:moveTo>
                  <a:pt x="0" y="0"/>
                </a:moveTo>
                <a:lnTo>
                  <a:pt x="21924" y="79312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é ligne N34"/>
          <p:cNvSpPr/>
          <p:nvPr/>
        </p:nvSpPr>
        <p:spPr>
          <a:xfrm>
            <a:off x="6282877" y="4617110"/>
            <a:ext cx="48024" cy="72968"/>
          </a:xfrm>
          <a:custGeom>
            <a:avLst/>
            <a:gdLst/>
            <a:ahLst/>
            <a:cxnLst/>
            <a:rect l="l" t="t" r="r" b="b"/>
            <a:pathLst>
              <a:path w="48024" h="72968">
                <a:moveTo>
                  <a:pt x="0" y="0"/>
                </a:moveTo>
                <a:lnTo>
                  <a:pt x="48024" y="72968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é ligne N34"/>
          <p:cNvSpPr/>
          <p:nvPr/>
        </p:nvSpPr>
        <p:spPr>
          <a:xfrm>
            <a:off x="6330901" y="4690078"/>
            <a:ext cx="69949" cy="47587"/>
          </a:xfrm>
          <a:custGeom>
            <a:avLst/>
            <a:gdLst/>
            <a:ahLst/>
            <a:cxnLst/>
            <a:rect l="l" t="t" r="r" b="b"/>
            <a:pathLst>
              <a:path w="69949" h="47587">
                <a:moveTo>
                  <a:pt x="0" y="0"/>
                </a:moveTo>
                <a:lnTo>
                  <a:pt x="69949" y="4758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é ligne N34"/>
          <p:cNvSpPr/>
          <p:nvPr/>
        </p:nvSpPr>
        <p:spPr>
          <a:xfrm>
            <a:off x="6400850" y="4737665"/>
            <a:ext cx="93960" cy="36484"/>
          </a:xfrm>
          <a:custGeom>
            <a:avLst/>
            <a:gdLst/>
            <a:ahLst/>
            <a:cxnLst/>
            <a:rect l="l" t="t" r="r" b="b"/>
            <a:pathLst>
              <a:path w="93960" h="36484">
                <a:moveTo>
                  <a:pt x="0" y="0"/>
                </a:moveTo>
                <a:lnTo>
                  <a:pt x="93960" y="36484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é ligne N34"/>
          <p:cNvSpPr/>
          <p:nvPr/>
        </p:nvSpPr>
        <p:spPr>
          <a:xfrm>
            <a:off x="6494810" y="4761459"/>
            <a:ext cx="115885" cy="12690"/>
          </a:xfrm>
          <a:custGeom>
            <a:avLst/>
            <a:gdLst/>
            <a:ahLst/>
            <a:cxnLst/>
            <a:rect l="l" t="t" r="r" b="b"/>
            <a:pathLst>
              <a:path w="115885" h="12690">
                <a:moveTo>
                  <a:pt x="0" y="12690"/>
                </a:moveTo>
                <a:lnTo>
                  <a:pt x="115885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é ligne N34"/>
          <p:cNvSpPr/>
          <p:nvPr/>
        </p:nvSpPr>
        <p:spPr>
          <a:xfrm>
            <a:off x="6610695" y="4731320"/>
            <a:ext cx="66816" cy="30139"/>
          </a:xfrm>
          <a:custGeom>
            <a:avLst/>
            <a:gdLst/>
            <a:ahLst/>
            <a:cxnLst/>
            <a:rect l="l" t="t" r="r" b="b"/>
            <a:pathLst>
              <a:path w="66816" h="30139">
                <a:moveTo>
                  <a:pt x="0" y="30139"/>
                </a:moveTo>
                <a:lnTo>
                  <a:pt x="66816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é ligne N34"/>
          <p:cNvSpPr/>
          <p:nvPr/>
        </p:nvSpPr>
        <p:spPr>
          <a:xfrm>
            <a:off x="6677511" y="4683733"/>
            <a:ext cx="55332" cy="47587"/>
          </a:xfrm>
          <a:custGeom>
            <a:avLst/>
            <a:gdLst/>
            <a:ahLst/>
            <a:cxnLst/>
            <a:rect l="l" t="t" r="r" b="b"/>
            <a:pathLst>
              <a:path w="55332" h="47587">
                <a:moveTo>
                  <a:pt x="0" y="47587"/>
                </a:moveTo>
                <a:lnTo>
                  <a:pt x="55332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é ligne N34"/>
          <p:cNvSpPr/>
          <p:nvPr/>
        </p:nvSpPr>
        <p:spPr>
          <a:xfrm>
            <a:off x="6732843" y="4623455"/>
            <a:ext cx="40717" cy="60278"/>
          </a:xfrm>
          <a:custGeom>
            <a:avLst/>
            <a:gdLst/>
            <a:ahLst/>
            <a:cxnLst/>
            <a:rect l="l" t="t" r="r" b="b"/>
            <a:pathLst>
              <a:path w="40717" h="60278">
                <a:moveTo>
                  <a:pt x="0" y="60278"/>
                </a:moveTo>
                <a:lnTo>
                  <a:pt x="40717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é ligne N34"/>
          <p:cNvSpPr/>
          <p:nvPr/>
        </p:nvSpPr>
        <p:spPr>
          <a:xfrm>
            <a:off x="6773560" y="4550488"/>
            <a:ext cx="24012" cy="72967"/>
          </a:xfrm>
          <a:custGeom>
            <a:avLst/>
            <a:gdLst/>
            <a:ahLst/>
            <a:cxnLst/>
            <a:rect l="l" t="t" r="r" b="b"/>
            <a:pathLst>
              <a:path w="24012" h="72967">
                <a:moveTo>
                  <a:pt x="0" y="72967"/>
                </a:moveTo>
                <a:lnTo>
                  <a:pt x="24012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cé ligne N34"/>
          <p:cNvSpPr/>
          <p:nvPr/>
        </p:nvSpPr>
        <p:spPr>
          <a:xfrm>
            <a:off x="6797572" y="4471175"/>
            <a:ext cx="2088" cy="79313"/>
          </a:xfrm>
          <a:custGeom>
            <a:avLst/>
            <a:gdLst/>
            <a:ahLst/>
            <a:cxnLst/>
            <a:rect l="l" t="t" r="r" b="b"/>
            <a:pathLst>
              <a:path w="2088" h="79313">
                <a:moveTo>
                  <a:pt x="0" y="79313"/>
                </a:moveTo>
                <a:lnTo>
                  <a:pt x="2088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cé ligne N34"/>
          <p:cNvSpPr/>
          <p:nvPr/>
        </p:nvSpPr>
        <p:spPr>
          <a:xfrm>
            <a:off x="6780868" y="4399794"/>
            <a:ext cx="18792" cy="71381"/>
          </a:xfrm>
          <a:custGeom>
            <a:avLst/>
            <a:gdLst/>
            <a:ahLst/>
            <a:cxnLst/>
            <a:rect l="l" t="t" r="r" b="b"/>
            <a:pathLst>
              <a:path w="18792" h="71381">
                <a:moveTo>
                  <a:pt x="18792" y="71381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cé ligne N34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racé ligne N34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racé ligne N34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racé ligne N34"/>
          <p:cNvSpPr/>
          <p:nvPr/>
        </p:nvSpPr>
        <p:spPr>
          <a:xfrm>
            <a:off x="6631575" y="4114267"/>
            <a:ext cx="16704" cy="133246"/>
          </a:xfrm>
          <a:custGeom>
            <a:avLst/>
            <a:gdLst/>
            <a:ahLst/>
            <a:cxnLst/>
            <a:rect l="l" t="t" r="r" b="b"/>
            <a:pathLst>
              <a:path w="16704" h="133246">
                <a:moveTo>
                  <a:pt x="0" y="133246"/>
                </a:moveTo>
                <a:lnTo>
                  <a:pt x="16704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racé ligne N34"/>
          <p:cNvSpPr/>
          <p:nvPr/>
        </p:nvSpPr>
        <p:spPr>
          <a:xfrm>
            <a:off x="6648279" y="3847775"/>
            <a:ext cx="97092" cy="266492"/>
          </a:xfrm>
          <a:custGeom>
            <a:avLst/>
            <a:gdLst/>
            <a:ahLst/>
            <a:cxnLst/>
            <a:rect l="l" t="t" r="r" b="b"/>
            <a:pathLst>
              <a:path w="97092" h="266492">
                <a:moveTo>
                  <a:pt x="0" y="266492"/>
                </a:moveTo>
                <a:lnTo>
                  <a:pt x="97092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racé ligne N34"/>
          <p:cNvSpPr/>
          <p:nvPr/>
        </p:nvSpPr>
        <p:spPr>
          <a:xfrm>
            <a:off x="6745371" y="3812877"/>
            <a:ext cx="15661" cy="34898"/>
          </a:xfrm>
          <a:custGeom>
            <a:avLst/>
            <a:gdLst/>
            <a:ahLst/>
            <a:cxnLst/>
            <a:rect l="l" t="t" r="r" b="b"/>
            <a:pathLst>
              <a:path w="15661" h="34898">
                <a:moveTo>
                  <a:pt x="0" y="34898"/>
                </a:moveTo>
                <a:lnTo>
                  <a:pt x="15661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cé ligne N34"/>
          <p:cNvSpPr/>
          <p:nvPr/>
        </p:nvSpPr>
        <p:spPr>
          <a:xfrm>
            <a:off x="6761032" y="3739909"/>
            <a:ext cx="62640" cy="72968"/>
          </a:xfrm>
          <a:custGeom>
            <a:avLst/>
            <a:gdLst/>
            <a:ahLst/>
            <a:cxnLst/>
            <a:rect l="l" t="t" r="r" b="b"/>
            <a:pathLst>
              <a:path w="62640" h="72968">
                <a:moveTo>
                  <a:pt x="0" y="72968"/>
                </a:moveTo>
                <a:lnTo>
                  <a:pt x="6264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racé ligne N34"/>
          <p:cNvSpPr/>
          <p:nvPr/>
        </p:nvSpPr>
        <p:spPr>
          <a:xfrm>
            <a:off x="6823672" y="3727219"/>
            <a:ext cx="36540" cy="12690"/>
          </a:xfrm>
          <a:custGeom>
            <a:avLst/>
            <a:gdLst/>
            <a:ahLst/>
            <a:cxnLst/>
            <a:rect l="l" t="t" r="r" b="b"/>
            <a:pathLst>
              <a:path w="36540" h="12690">
                <a:moveTo>
                  <a:pt x="0" y="12690"/>
                </a:moveTo>
                <a:lnTo>
                  <a:pt x="3654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racé ligne N34"/>
          <p:cNvSpPr/>
          <p:nvPr/>
        </p:nvSpPr>
        <p:spPr>
          <a:xfrm>
            <a:off x="6860212" y="3720874"/>
            <a:ext cx="604479" cy="6345"/>
          </a:xfrm>
          <a:custGeom>
            <a:avLst/>
            <a:gdLst/>
            <a:ahLst/>
            <a:cxnLst/>
            <a:rect l="l" t="t" r="r" b="b"/>
            <a:pathLst>
              <a:path w="604479" h="6345">
                <a:moveTo>
                  <a:pt x="0" y="6345"/>
                </a:moveTo>
                <a:lnTo>
                  <a:pt x="604479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racé ligne N34"/>
          <p:cNvSpPr/>
          <p:nvPr/>
        </p:nvSpPr>
        <p:spPr>
          <a:xfrm>
            <a:off x="7464691" y="3720874"/>
            <a:ext cx="717232" cy="103107"/>
          </a:xfrm>
          <a:custGeom>
            <a:avLst/>
            <a:gdLst/>
            <a:ahLst/>
            <a:cxnLst/>
            <a:rect l="l" t="t" r="r" b="b"/>
            <a:pathLst>
              <a:path w="717232" h="103107">
                <a:moveTo>
                  <a:pt x="0" y="0"/>
                </a:moveTo>
                <a:lnTo>
                  <a:pt x="717232" y="10310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racé ligne N34"/>
          <p:cNvSpPr/>
          <p:nvPr/>
        </p:nvSpPr>
        <p:spPr>
          <a:xfrm>
            <a:off x="8181923" y="3812877"/>
            <a:ext cx="919769" cy="11104"/>
          </a:xfrm>
          <a:custGeom>
            <a:avLst/>
            <a:gdLst/>
            <a:ahLst/>
            <a:cxnLst/>
            <a:rect l="l" t="t" r="r" b="b"/>
            <a:pathLst>
              <a:path w="919769" h="11104">
                <a:moveTo>
                  <a:pt x="0" y="11104"/>
                </a:moveTo>
                <a:lnTo>
                  <a:pt x="919769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racé ligne N34"/>
          <p:cNvSpPr/>
          <p:nvPr/>
        </p:nvSpPr>
        <p:spPr>
          <a:xfrm>
            <a:off x="9101692" y="3812877"/>
            <a:ext cx="18792" cy="4759"/>
          </a:xfrm>
          <a:custGeom>
            <a:avLst/>
            <a:gdLst/>
            <a:ahLst/>
            <a:cxnLst/>
            <a:rect l="l" t="t" r="r" b="b"/>
            <a:pathLst>
              <a:path w="18792" h="4759">
                <a:moveTo>
                  <a:pt x="0" y="0"/>
                </a:moveTo>
                <a:lnTo>
                  <a:pt x="18792" y="4759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racé ligne N34"/>
          <p:cNvSpPr/>
          <p:nvPr/>
        </p:nvSpPr>
        <p:spPr>
          <a:xfrm>
            <a:off x="9120484" y="3817636"/>
            <a:ext cx="33408" cy="30139"/>
          </a:xfrm>
          <a:custGeom>
            <a:avLst/>
            <a:gdLst/>
            <a:ahLst/>
            <a:cxnLst/>
            <a:rect l="l" t="t" r="r" b="b"/>
            <a:pathLst>
              <a:path w="33408" h="30139">
                <a:moveTo>
                  <a:pt x="0" y="0"/>
                </a:moveTo>
                <a:lnTo>
                  <a:pt x="33408" y="30139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racé ligne N34"/>
          <p:cNvSpPr/>
          <p:nvPr/>
        </p:nvSpPr>
        <p:spPr>
          <a:xfrm>
            <a:off x="9153892" y="3847775"/>
            <a:ext cx="12528" cy="322012"/>
          </a:xfrm>
          <a:custGeom>
            <a:avLst/>
            <a:gdLst/>
            <a:ahLst/>
            <a:cxnLst/>
            <a:rect l="l" t="t" r="r" b="b"/>
            <a:pathLst>
              <a:path w="12528" h="322012">
                <a:moveTo>
                  <a:pt x="0" y="0"/>
                </a:moveTo>
                <a:lnTo>
                  <a:pt x="12528" y="322012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racé ligne N34"/>
          <p:cNvSpPr/>
          <p:nvPr/>
        </p:nvSpPr>
        <p:spPr>
          <a:xfrm>
            <a:off x="6936424" y="4169787"/>
            <a:ext cx="2229996" cy="11103"/>
          </a:xfrm>
          <a:custGeom>
            <a:avLst/>
            <a:gdLst/>
            <a:ahLst/>
            <a:cxnLst/>
            <a:rect l="l" t="t" r="r" b="b"/>
            <a:pathLst>
              <a:path w="2229996" h="11103">
                <a:moveTo>
                  <a:pt x="2229996" y="0"/>
                </a:moveTo>
                <a:lnTo>
                  <a:pt x="0" y="11103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racé ligne N34"/>
          <p:cNvSpPr/>
          <p:nvPr/>
        </p:nvSpPr>
        <p:spPr>
          <a:xfrm>
            <a:off x="6710919" y="4180890"/>
            <a:ext cx="225505" cy="115797"/>
          </a:xfrm>
          <a:custGeom>
            <a:avLst/>
            <a:gdLst/>
            <a:ahLst/>
            <a:cxnLst/>
            <a:rect l="l" t="t" r="r" b="b"/>
            <a:pathLst>
              <a:path w="225505" h="115797">
                <a:moveTo>
                  <a:pt x="225505" y="0"/>
                </a:moveTo>
                <a:lnTo>
                  <a:pt x="0" y="115797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racé ligne N34"/>
          <p:cNvSpPr/>
          <p:nvPr/>
        </p:nvSpPr>
        <p:spPr>
          <a:xfrm>
            <a:off x="6553274" y="4230064"/>
            <a:ext cx="78301" cy="17449"/>
          </a:xfrm>
          <a:custGeom>
            <a:avLst/>
            <a:gdLst/>
            <a:ahLst/>
            <a:cxnLst/>
            <a:rect l="l" t="t" r="r" b="b"/>
            <a:pathLst>
              <a:path w="78301" h="17449">
                <a:moveTo>
                  <a:pt x="78301" y="1744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racé ligne N34"/>
          <p:cNvSpPr/>
          <p:nvPr/>
        </p:nvSpPr>
        <p:spPr>
          <a:xfrm>
            <a:off x="5729554" y="2892838"/>
            <a:ext cx="823720" cy="1337226"/>
          </a:xfrm>
          <a:custGeom>
            <a:avLst/>
            <a:gdLst/>
            <a:ahLst/>
            <a:cxnLst/>
            <a:rect l="l" t="t" r="r" b="b"/>
            <a:pathLst>
              <a:path w="823720" h="1337226">
                <a:moveTo>
                  <a:pt x="823720" y="1337226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racé ligne N34"/>
          <p:cNvSpPr/>
          <p:nvPr/>
        </p:nvSpPr>
        <p:spPr>
          <a:xfrm>
            <a:off x="5344316" y="2245631"/>
            <a:ext cx="385238" cy="647207"/>
          </a:xfrm>
          <a:custGeom>
            <a:avLst/>
            <a:gdLst/>
            <a:ahLst/>
            <a:cxnLst/>
            <a:rect l="l" t="t" r="r" b="b"/>
            <a:pathLst>
              <a:path w="385238" h="647207">
                <a:moveTo>
                  <a:pt x="385238" y="647207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racé ligne N34"/>
          <p:cNvSpPr/>
          <p:nvPr/>
        </p:nvSpPr>
        <p:spPr>
          <a:xfrm>
            <a:off x="4846325" y="1362058"/>
            <a:ext cx="497991" cy="883573"/>
          </a:xfrm>
          <a:custGeom>
            <a:avLst/>
            <a:gdLst/>
            <a:ahLst/>
            <a:cxnLst/>
            <a:rect l="l" t="t" r="r" b="b"/>
            <a:pathLst>
              <a:path w="497991" h="883573">
                <a:moveTo>
                  <a:pt x="497991" y="88357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racé ligne N34"/>
          <p:cNvSpPr/>
          <p:nvPr/>
        </p:nvSpPr>
        <p:spPr>
          <a:xfrm>
            <a:off x="4330587" y="495925"/>
            <a:ext cx="515738" cy="866133"/>
          </a:xfrm>
          <a:custGeom>
            <a:avLst/>
            <a:gdLst/>
            <a:ahLst/>
            <a:cxnLst/>
            <a:rect l="l" t="t" r="r" b="b"/>
            <a:pathLst>
              <a:path w="515738" h="866133">
                <a:moveTo>
                  <a:pt x="515738" y="86613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racé ligne N34"/>
          <p:cNvSpPr/>
          <p:nvPr/>
        </p:nvSpPr>
        <p:spPr>
          <a:xfrm>
            <a:off x="4080025" y="126309"/>
            <a:ext cx="250562" cy="369616"/>
          </a:xfrm>
          <a:custGeom>
            <a:avLst/>
            <a:gdLst/>
            <a:ahLst/>
            <a:cxnLst/>
            <a:rect l="l" t="t" r="r" b="b"/>
            <a:pathLst>
              <a:path w="250562" h="369616">
                <a:moveTo>
                  <a:pt x="250562" y="369616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racé ligne N34"/>
          <p:cNvSpPr/>
          <p:nvPr/>
        </p:nvSpPr>
        <p:spPr>
          <a:xfrm>
            <a:off x="4080025" y="24783"/>
            <a:ext cx="14616" cy="101526"/>
          </a:xfrm>
          <a:custGeom>
            <a:avLst/>
            <a:gdLst/>
            <a:ahLst/>
            <a:cxnLst/>
            <a:rect l="l" t="t" r="r" b="b"/>
            <a:pathLst>
              <a:path w="14616" h="101526">
                <a:moveTo>
                  <a:pt x="0" y="101526"/>
                </a:moveTo>
                <a:lnTo>
                  <a:pt x="14616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racé ligne N34"/>
          <p:cNvSpPr/>
          <p:nvPr/>
        </p:nvSpPr>
        <p:spPr>
          <a:xfrm>
            <a:off x="4089372" y="0"/>
            <a:ext cx="5269" cy="24783"/>
          </a:xfrm>
          <a:custGeom>
            <a:avLst/>
            <a:gdLst/>
            <a:ahLst/>
            <a:cxnLst/>
            <a:rect l="l" t="t" r="r" b="b"/>
            <a:pathLst>
              <a:path w="5269" h="24783">
                <a:moveTo>
                  <a:pt x="5269" y="24783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racé ligne N34"/>
          <p:cNvSpPr/>
          <p:nvPr/>
        </p:nvSpPr>
        <p:spPr>
          <a:xfrm>
            <a:off x="3494338" y="0"/>
            <a:ext cx="781" cy="91409"/>
          </a:xfrm>
          <a:custGeom>
            <a:avLst/>
            <a:gdLst/>
            <a:ahLst/>
            <a:cxnLst/>
            <a:rect l="l" t="t" r="r" b="b"/>
            <a:pathLst>
              <a:path w="781" h="91409">
                <a:moveTo>
                  <a:pt x="781" y="0"/>
                </a:moveTo>
                <a:lnTo>
                  <a:pt x="0" y="91409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racé ligne N34"/>
          <p:cNvSpPr/>
          <p:nvPr/>
        </p:nvSpPr>
        <p:spPr>
          <a:xfrm>
            <a:off x="3494338" y="91409"/>
            <a:ext cx="43848" cy="107871"/>
          </a:xfrm>
          <a:custGeom>
            <a:avLst/>
            <a:gdLst/>
            <a:ahLst/>
            <a:cxnLst/>
            <a:rect l="l" t="t" r="r" b="b"/>
            <a:pathLst>
              <a:path w="43848" h="107871">
                <a:moveTo>
                  <a:pt x="0" y="0"/>
                </a:moveTo>
                <a:lnTo>
                  <a:pt x="43848" y="107871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racé ligne N34"/>
          <p:cNvSpPr/>
          <p:nvPr/>
        </p:nvSpPr>
        <p:spPr>
          <a:xfrm>
            <a:off x="7813389" y="4169787"/>
            <a:ext cx="1353031" cy="4758"/>
          </a:xfrm>
          <a:custGeom>
            <a:avLst/>
            <a:gdLst/>
            <a:ahLst/>
            <a:cxnLst/>
            <a:rect l="l" t="t" r="r" b="b"/>
            <a:pathLst>
              <a:path w="1353031" h="4758">
                <a:moveTo>
                  <a:pt x="1353031" y="0"/>
                </a:moveTo>
                <a:lnTo>
                  <a:pt x="0" y="4758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racé ligne N34"/>
          <p:cNvSpPr/>
          <p:nvPr/>
        </p:nvSpPr>
        <p:spPr>
          <a:xfrm>
            <a:off x="6936424" y="4174545"/>
            <a:ext cx="876965" cy="6345"/>
          </a:xfrm>
          <a:custGeom>
            <a:avLst/>
            <a:gdLst/>
            <a:ahLst/>
            <a:cxnLst/>
            <a:rect l="l" t="t" r="r" b="b"/>
            <a:pathLst>
              <a:path w="876965" h="6345">
                <a:moveTo>
                  <a:pt x="876965" y="0"/>
                </a:moveTo>
                <a:lnTo>
                  <a:pt x="0" y="6345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racé ligne N34"/>
          <p:cNvSpPr/>
          <p:nvPr/>
        </p:nvSpPr>
        <p:spPr>
          <a:xfrm>
            <a:off x="0" y="0"/>
            <a:ext cx="2540850" cy="18140"/>
          </a:xfrm>
          <a:custGeom>
            <a:avLst/>
            <a:gdLst/>
            <a:ahLst/>
            <a:cxnLst/>
            <a:rect l="l" t="t" r="r" b="b"/>
            <a:pathLst>
              <a:path w="2540850" h="18140">
                <a:moveTo>
                  <a:pt x="2540850" y="0"/>
                </a:moveTo>
                <a:lnTo>
                  <a:pt x="0" y="18140"/>
                </a:lnTo>
              </a:path>
            </a:pathLst>
          </a:custGeom>
          <a:noFill/>
          <a:ln w="50800">
            <a:solidFill>
              <a:srgbClr val="D2D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Noctilien N34 – RATP Cap Boucles de Marne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t_est_lacs_br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racé ligne N130"/>
          <p:cNvSpPr/>
          <p:nvPr/>
        </p:nvSpPr>
        <p:spPr>
          <a:xfrm>
            <a:off x="4995802" y="4399794"/>
            <a:ext cx="1803858" cy="2458206"/>
          </a:xfrm>
          <a:custGeom>
            <a:avLst/>
            <a:gdLst/>
            <a:ahLst/>
            <a:cxnLst/>
            <a:rect l="l" t="t" r="r" b="b"/>
            <a:pathLst>
              <a:path w="1803858" h="2458206">
                <a:moveTo>
                  <a:pt x="0" y="2458206"/>
                </a:moveTo>
                <a:lnTo>
                  <a:pt x="163725" y="2231829"/>
                </a:lnTo>
                <a:lnTo>
                  <a:pt x="749412" y="1378443"/>
                </a:lnTo>
                <a:lnTo>
                  <a:pt x="1499008" y="374355"/>
                </a:lnTo>
                <a:lnTo>
                  <a:pt x="1614893" y="361665"/>
                </a:lnTo>
                <a:lnTo>
                  <a:pt x="1681709" y="331526"/>
                </a:lnTo>
                <a:lnTo>
                  <a:pt x="1737041" y="283939"/>
                </a:lnTo>
                <a:lnTo>
                  <a:pt x="1777758" y="223661"/>
                </a:lnTo>
                <a:lnTo>
                  <a:pt x="1801770" y="150694"/>
                </a:lnTo>
                <a:lnTo>
                  <a:pt x="1803858" y="71381"/>
                </a:lnTo>
                <a:lnTo>
                  <a:pt x="1785066" y="0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racé ligne N130"/>
          <p:cNvSpPr/>
          <p:nvPr/>
        </p:nvSpPr>
        <p:spPr>
          <a:xfrm>
            <a:off x="6751635" y="4344275"/>
            <a:ext cx="29233" cy="55519"/>
          </a:xfrm>
          <a:custGeom>
            <a:avLst/>
            <a:gdLst/>
            <a:ahLst/>
            <a:cxnLst/>
            <a:rect l="l" t="t" r="r" b="b"/>
            <a:pathLst>
              <a:path w="29233" h="55519">
                <a:moveTo>
                  <a:pt x="29233" y="55519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cé ligne N130"/>
          <p:cNvSpPr/>
          <p:nvPr/>
        </p:nvSpPr>
        <p:spPr>
          <a:xfrm>
            <a:off x="6710919" y="4296687"/>
            <a:ext cx="40716" cy="47588"/>
          </a:xfrm>
          <a:custGeom>
            <a:avLst/>
            <a:gdLst/>
            <a:ahLst/>
            <a:cxnLst/>
            <a:rect l="l" t="t" r="r" b="b"/>
            <a:pathLst>
              <a:path w="40716" h="47588">
                <a:moveTo>
                  <a:pt x="40716" y="47588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racé ligne N130"/>
          <p:cNvSpPr/>
          <p:nvPr/>
        </p:nvSpPr>
        <p:spPr>
          <a:xfrm>
            <a:off x="6631575" y="4247513"/>
            <a:ext cx="79344" cy="49174"/>
          </a:xfrm>
          <a:custGeom>
            <a:avLst/>
            <a:gdLst/>
            <a:ahLst/>
            <a:cxnLst/>
            <a:rect l="l" t="t" r="r" b="b"/>
            <a:pathLst>
              <a:path w="79344" h="49174">
                <a:moveTo>
                  <a:pt x="79344" y="49174"/>
                </a:moveTo>
                <a:lnTo>
                  <a:pt x="0" y="0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racé ligne N130"/>
          <p:cNvSpPr/>
          <p:nvPr/>
        </p:nvSpPr>
        <p:spPr>
          <a:xfrm>
            <a:off x="6631575" y="3720874"/>
            <a:ext cx="2568571" cy="643015"/>
          </a:xfrm>
          <a:custGeom>
            <a:avLst/>
            <a:gdLst/>
            <a:ahLst/>
            <a:cxnLst/>
            <a:rect l="l" t="t" r="r" b="b"/>
            <a:pathLst>
              <a:path w="2568571" h="643015">
                <a:moveTo>
                  <a:pt x="0" y="526639"/>
                </a:moveTo>
                <a:lnTo>
                  <a:pt x="16704" y="393393"/>
                </a:lnTo>
                <a:lnTo>
                  <a:pt x="113796" y="126901"/>
                </a:lnTo>
                <a:lnTo>
                  <a:pt x="129457" y="92003"/>
                </a:lnTo>
                <a:lnTo>
                  <a:pt x="192097" y="19035"/>
                </a:lnTo>
                <a:lnTo>
                  <a:pt x="228637" y="6345"/>
                </a:lnTo>
                <a:lnTo>
                  <a:pt x="833116" y="0"/>
                </a:lnTo>
                <a:lnTo>
                  <a:pt x="1550348" y="103107"/>
                </a:lnTo>
                <a:lnTo>
                  <a:pt x="2311428" y="85658"/>
                </a:lnTo>
                <a:lnTo>
                  <a:pt x="2488909" y="96762"/>
                </a:lnTo>
                <a:lnTo>
                  <a:pt x="2522317" y="126901"/>
                </a:lnTo>
                <a:lnTo>
                  <a:pt x="2534845" y="448913"/>
                </a:lnTo>
                <a:lnTo>
                  <a:pt x="2568571" y="643015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cé ligne N130"/>
          <p:cNvSpPr/>
          <p:nvPr/>
        </p:nvSpPr>
        <p:spPr>
          <a:xfrm>
            <a:off x="9200146" y="4363889"/>
            <a:ext cx="2991854" cy="223083"/>
          </a:xfrm>
          <a:custGeom>
            <a:avLst/>
            <a:gdLst/>
            <a:ahLst/>
            <a:cxnLst/>
            <a:rect l="l" t="t" r="r" b="b"/>
            <a:pathLst>
              <a:path w="2991854" h="223083">
                <a:moveTo>
                  <a:pt x="0" y="0"/>
                </a:moveTo>
                <a:lnTo>
                  <a:pt x="58147" y="143770"/>
                </a:lnTo>
                <a:lnTo>
                  <a:pt x="150019" y="223083"/>
                </a:lnTo>
                <a:lnTo>
                  <a:pt x="2991854" y="190315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cé ligne N130"/>
          <p:cNvSpPr/>
          <p:nvPr/>
        </p:nvSpPr>
        <p:spPr>
          <a:xfrm>
            <a:off x="9200146" y="4330160"/>
            <a:ext cx="2991854" cy="33729"/>
          </a:xfrm>
          <a:custGeom>
            <a:avLst/>
            <a:gdLst/>
            <a:ahLst/>
            <a:cxnLst/>
            <a:rect l="l" t="t" r="r" b="b"/>
            <a:pathLst>
              <a:path w="2991854" h="33729">
                <a:moveTo>
                  <a:pt x="2991854" y="0"/>
                </a:moveTo>
                <a:lnTo>
                  <a:pt x="0" y="33729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racé ligne N130"/>
          <p:cNvSpPr/>
          <p:nvPr/>
        </p:nvSpPr>
        <p:spPr>
          <a:xfrm>
            <a:off x="6780868" y="4363889"/>
            <a:ext cx="2419278" cy="35905"/>
          </a:xfrm>
          <a:custGeom>
            <a:avLst/>
            <a:gdLst/>
            <a:ahLst/>
            <a:cxnLst/>
            <a:rect l="l" t="t" r="r" b="b"/>
            <a:pathLst>
              <a:path w="2419278" h="35905">
                <a:moveTo>
                  <a:pt x="2419278" y="0"/>
                </a:moveTo>
                <a:lnTo>
                  <a:pt x="922901" y="16870"/>
                </a:lnTo>
                <a:lnTo>
                  <a:pt x="0" y="35905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racé ligne N130"/>
          <p:cNvSpPr/>
          <p:nvPr/>
        </p:nvSpPr>
        <p:spPr>
          <a:xfrm>
            <a:off x="4664350" y="4230064"/>
            <a:ext cx="1967225" cy="2627936"/>
          </a:xfrm>
          <a:custGeom>
            <a:avLst/>
            <a:gdLst/>
            <a:ahLst/>
            <a:cxnLst/>
            <a:rect l="l" t="t" r="r" b="b"/>
            <a:pathLst>
              <a:path w="1967225" h="2627936">
                <a:moveTo>
                  <a:pt x="1967225" y="17449"/>
                </a:moveTo>
                <a:lnTo>
                  <a:pt x="1888924" y="0"/>
                </a:lnTo>
                <a:lnTo>
                  <a:pt x="1805404" y="6345"/>
                </a:lnTo>
                <a:lnTo>
                  <a:pt x="1728148" y="36484"/>
                </a:lnTo>
                <a:lnTo>
                  <a:pt x="1663419" y="90417"/>
                </a:lnTo>
                <a:lnTo>
                  <a:pt x="1617483" y="157040"/>
                </a:lnTo>
                <a:lnTo>
                  <a:pt x="1596603" y="230007"/>
                </a:lnTo>
                <a:lnTo>
                  <a:pt x="1596603" y="307734"/>
                </a:lnTo>
                <a:lnTo>
                  <a:pt x="1618527" y="387046"/>
                </a:lnTo>
                <a:lnTo>
                  <a:pt x="1308457" y="853403"/>
                </a:lnTo>
                <a:lnTo>
                  <a:pt x="887723" y="1427620"/>
                </a:lnTo>
                <a:lnTo>
                  <a:pt x="692494" y="1711554"/>
                </a:lnTo>
                <a:lnTo>
                  <a:pt x="0" y="2627936"/>
                </a:lnTo>
              </a:path>
            </a:pathLst>
          </a:custGeom>
          <a:noFill/>
          <a:ln w="50800">
            <a:solidFill>
              <a:srgbClr val="FF1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500" y="190500"/>
            <a:ext cx="4762500" cy="476250"/>
          </a:xfrm>
          <a:prstGeom prst="rect">
            <a:avLst/>
          </a:prstGeom>
          <a:solidFill>
            <a:srgbClr val="FFFFFF"/>
          </a:solidFill>
        </p:spPr>
        <p:txBody>
          <a:bodyPr wrap="square" anchor="ctr" lIns="72000" rIns="72000" tIns="36000" bIns="36000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rial"/>
              </a:rPr>
              <a:t>Noctilien N130 – Transdev Brie et 2 Morin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6000" y="6623050"/>
            <a:ext cx="4762500" cy="1905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© IGN – BD ORTHO – Tracé : Île-de-France Mobilités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