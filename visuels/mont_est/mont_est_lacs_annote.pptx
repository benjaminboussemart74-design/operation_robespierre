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nt_est_lacs_br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 flipH="1">
            <a:off x="8016970" y="904875"/>
            <a:ext cx="1095280" cy="1508903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12250" y="730250"/>
            <a:ext cx="2413000" cy="349250"/>
          </a:xfrm>
          <a:prstGeom prst="rect">
            <a:avLst/>
          </a:prstGeom>
          <a:solidFill>
            <a:srgbClr val="FFFFFF"/>
          </a:solidFill>
        </p:spPr>
        <p:txBody>
          <a:bodyPr wrap="square" anchor="ctr" lIns="72000" rIns="72000" tIns="36000" bIns="36000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Lac des Mares Dimanche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143250" y="1952625"/>
            <a:ext cx="463841" cy="638818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0250" y="1778000"/>
            <a:ext cx="2413000" cy="349250"/>
          </a:xfrm>
          <a:prstGeom prst="rect">
            <a:avLst/>
          </a:prstGeom>
          <a:solidFill>
            <a:srgbClr val="FFFFFF"/>
          </a:solidFill>
        </p:spPr>
        <p:txBody>
          <a:bodyPr wrap="square" anchor="ctr" lIns="72000" rIns="72000" tIns="36000" bIns="36000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Esplanade de la Commune de Paris</a:t>
            </a:r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7164018" y="4044472"/>
            <a:ext cx="1884732" cy="956153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048750" y="4826000"/>
            <a:ext cx="1333500" cy="349250"/>
          </a:xfrm>
          <a:prstGeom prst="rect">
            <a:avLst/>
          </a:prstGeom>
          <a:solidFill>
            <a:srgbClr val="FFFFFF"/>
          </a:solidFill>
        </p:spPr>
        <p:txBody>
          <a:bodyPr wrap="square" anchor="ctr" lIns="72000" rIns="72000" tIns="36000" bIns="36000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Gare RER A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682750" y="5031121"/>
            <a:ext cx="988912" cy="937879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76250" y="5969000"/>
            <a:ext cx="2413000" cy="349250"/>
          </a:xfrm>
          <a:prstGeom prst="rect">
            <a:avLst/>
          </a:prstGeom>
          <a:solidFill>
            <a:srgbClr val="FFFFFF"/>
          </a:solidFill>
        </p:spPr>
        <p:txBody>
          <a:bodyPr wrap="square" anchor="ctr" lIns="72000" rIns="72000" tIns="36000" bIns="36000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Centre commercial Les Arcades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6000" y="6623050"/>
            <a:ext cx="4762500" cy="1905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rial"/>
              </a:rPr>
              <a:t>© IGN – BD ORTHO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